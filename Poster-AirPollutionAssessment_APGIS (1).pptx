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32918400" cx="438912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824">
          <p15:clr>
            <a:srgbClr val="A4A3A4"/>
          </p15:clr>
        </p15:guide>
      </p15:sldGuideLst>
    </p:ext>
    <p:ext uri="GoogleSlidesCustomDataVersion2">
      <go:slidesCustomData xmlns:go="http://customooxmlschemas.google.com/" r:id="rId8" roundtripDataSignature="AMtx7mgGMSBlIPBKW1ljNvCrTxz6D0rR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6CFDC6-DBAF-4F77-8EE5-EC35BF072225}">
  <a:tblStyle styleId="{EC6CFDC6-DBAF-4F77-8EE5-EC35BF072225}" styleName="Table_0">
    <a:wholeTbl>
      <a:tcTxStyle>
        <a:font>
          <a:latin typeface="Arial"/>
          <a:ea typeface="Arial"/>
          <a:cs typeface="Arial"/>
        </a:font>
        <a:srgbClr val="000000"/>
      </a:tcTxStyle>
      <a:tcStyle>
        <a:tcBdr>
          <a:left>
            <a:ln cap="flat" cmpd="sng" w="12700">
              <a:solidFill>
                <a:srgbClr val="9E9E9E"/>
              </a:solidFill>
              <a:prstDash val="solid"/>
              <a:round/>
              <a:headEnd len="sm" w="sm" type="none"/>
              <a:tailEnd len="sm" w="sm" type="none"/>
            </a:ln>
          </a:left>
          <a:right>
            <a:ln cap="flat" cmpd="sng" w="12700">
              <a:solidFill>
                <a:srgbClr val="9E9E9E"/>
              </a:solidFill>
              <a:prstDash val="solid"/>
              <a:round/>
              <a:headEnd len="sm" w="sm" type="none"/>
              <a:tailEnd len="sm" w="sm" type="none"/>
            </a:ln>
          </a:right>
          <a:top>
            <a:ln cap="flat" cmpd="sng" w="12700">
              <a:solidFill>
                <a:srgbClr val="9E9E9E"/>
              </a:solidFill>
              <a:prstDash val="solid"/>
              <a:round/>
              <a:headEnd len="sm" w="sm" type="none"/>
              <a:tailEnd len="sm" w="sm" type="none"/>
            </a:ln>
          </a:top>
          <a:bottom>
            <a:ln cap="flat" cmpd="sng" w="12700">
              <a:solidFill>
                <a:srgbClr val="9E9E9E"/>
              </a:solidFill>
              <a:prstDash val="solid"/>
              <a:round/>
              <a:headEnd len="sm" w="sm" type="none"/>
              <a:tailEnd len="sm" w="sm" type="none"/>
            </a:ln>
          </a:bottom>
          <a:insideH>
            <a:ln cap="flat" cmpd="sng" w="12700">
              <a:solidFill>
                <a:srgbClr val="9E9E9E"/>
              </a:solidFill>
              <a:prstDash val="solid"/>
              <a:round/>
              <a:headEnd len="sm" w="sm" type="none"/>
              <a:tailEnd len="sm" w="sm" type="none"/>
            </a:ln>
          </a:insideH>
          <a:insideV>
            <a:ln cap="flat" cmpd="sng" w="12700">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25" y="4415775"/>
            <a:ext cx="5608300" cy="41833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11" name="Shape 11"/>
        <p:cNvGrpSpPr/>
        <p:nvPr/>
      </p:nvGrpSpPr>
      <p:grpSpPr>
        <a:xfrm>
          <a:off x="0" y="0"/>
          <a:ext cx="0" cy="0"/>
          <a:chOff x="0" y="0"/>
          <a:chExt cx="0" cy="0"/>
        </a:xfrm>
      </p:grpSpPr>
      <p:sp>
        <p:nvSpPr>
          <p:cNvPr id="12" name="Google Shape;12;p3"/>
          <p:cNvSpPr txBox="1"/>
          <p:nvPr>
            <p:ph type="title"/>
          </p:nvPr>
        </p:nvSpPr>
        <p:spPr>
          <a:xfrm>
            <a:off x="2194560" y="1318262"/>
            <a:ext cx="39502080" cy="5486400"/>
          </a:xfrm>
          <a:prstGeom prst="rect">
            <a:avLst/>
          </a:prstGeom>
          <a:noFill/>
          <a:ln>
            <a:noFill/>
          </a:ln>
        </p:spPr>
        <p:txBody>
          <a:bodyPr anchorCtr="0" anchor="ctr" bIns="217925" lIns="435650" spcFirstLastPara="1" rIns="435650" wrap="square" tIns="21792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sp>
        <p:nvSpPr>
          <p:cNvPr id="17" name="Google Shape;17;p4"/>
          <p:cNvSpPr txBox="1"/>
          <p:nvPr>
            <p:ph type="ctrTitle"/>
          </p:nvPr>
        </p:nvSpPr>
        <p:spPr>
          <a:xfrm>
            <a:off x="3291840" y="10226042"/>
            <a:ext cx="37307520" cy="7056120"/>
          </a:xfrm>
          <a:prstGeom prst="rect">
            <a:avLst/>
          </a:prstGeom>
          <a:noFill/>
          <a:ln>
            <a:noFill/>
          </a:ln>
        </p:spPr>
        <p:txBody>
          <a:bodyPr anchorCtr="0" anchor="ctr" bIns="217925" lIns="435650" spcFirstLastPara="1" rIns="435650" wrap="square" tIns="21792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idx="1" type="subTitle"/>
          </p:nvPr>
        </p:nvSpPr>
        <p:spPr>
          <a:xfrm>
            <a:off x="6583680" y="18653760"/>
            <a:ext cx="30723840" cy="8412480"/>
          </a:xfrm>
          <a:prstGeom prst="rect">
            <a:avLst/>
          </a:prstGeom>
          <a:noFill/>
          <a:ln>
            <a:noFill/>
          </a:ln>
        </p:spPr>
        <p:txBody>
          <a:bodyPr anchorCtr="0" anchor="t" bIns="217925" lIns="435650" spcFirstLastPara="1" rIns="435650" wrap="square" tIns="217925">
            <a:normAutofit/>
          </a:bodyPr>
          <a:lstStyle>
            <a:lvl1pPr lvl="0" algn="ctr">
              <a:spcBef>
                <a:spcPts val="3080"/>
              </a:spcBef>
              <a:spcAft>
                <a:spcPts val="0"/>
              </a:spcAft>
              <a:buClr>
                <a:srgbClr val="888888"/>
              </a:buClr>
              <a:buSzPts val="15400"/>
              <a:buNone/>
              <a:defRPr>
                <a:solidFill>
                  <a:srgbClr val="888888"/>
                </a:solidFill>
              </a:defRPr>
            </a:lvl1pPr>
            <a:lvl2pPr lvl="1" algn="ctr">
              <a:spcBef>
                <a:spcPts val="2680"/>
              </a:spcBef>
              <a:spcAft>
                <a:spcPts val="0"/>
              </a:spcAft>
              <a:buClr>
                <a:srgbClr val="888888"/>
              </a:buClr>
              <a:buSzPts val="13400"/>
              <a:buNone/>
              <a:defRPr>
                <a:solidFill>
                  <a:srgbClr val="888888"/>
                </a:solidFill>
              </a:defRPr>
            </a:lvl2pPr>
            <a:lvl3pPr lvl="2" algn="ctr">
              <a:spcBef>
                <a:spcPts val="2300"/>
              </a:spcBef>
              <a:spcAft>
                <a:spcPts val="0"/>
              </a:spcAft>
              <a:buClr>
                <a:srgbClr val="888888"/>
              </a:buClr>
              <a:buSzPts val="11500"/>
              <a:buNone/>
              <a:defRPr>
                <a:solidFill>
                  <a:srgbClr val="888888"/>
                </a:solidFill>
              </a:defRPr>
            </a:lvl3pPr>
            <a:lvl4pPr lvl="3" algn="ctr">
              <a:spcBef>
                <a:spcPts val="1920"/>
              </a:spcBef>
              <a:spcAft>
                <a:spcPts val="0"/>
              </a:spcAft>
              <a:buClr>
                <a:srgbClr val="888888"/>
              </a:buClr>
              <a:buSzPts val="9600"/>
              <a:buNone/>
              <a:defRPr>
                <a:solidFill>
                  <a:srgbClr val="888888"/>
                </a:solidFill>
              </a:defRPr>
            </a:lvl4pPr>
            <a:lvl5pPr lvl="4" algn="ctr">
              <a:spcBef>
                <a:spcPts val="1920"/>
              </a:spcBef>
              <a:spcAft>
                <a:spcPts val="0"/>
              </a:spcAft>
              <a:buClr>
                <a:srgbClr val="888888"/>
              </a:buClr>
              <a:buSzPts val="9600"/>
              <a:buNone/>
              <a:defRPr>
                <a:solidFill>
                  <a:srgbClr val="888888"/>
                </a:solidFill>
              </a:defRPr>
            </a:lvl5pPr>
            <a:lvl6pPr lvl="5" algn="ctr">
              <a:spcBef>
                <a:spcPts val="1920"/>
              </a:spcBef>
              <a:spcAft>
                <a:spcPts val="0"/>
              </a:spcAft>
              <a:buClr>
                <a:srgbClr val="888888"/>
              </a:buClr>
              <a:buSzPts val="9600"/>
              <a:buNone/>
              <a:defRPr>
                <a:solidFill>
                  <a:srgbClr val="888888"/>
                </a:solidFill>
              </a:defRPr>
            </a:lvl6pPr>
            <a:lvl7pPr lvl="6" algn="ctr">
              <a:spcBef>
                <a:spcPts val="1920"/>
              </a:spcBef>
              <a:spcAft>
                <a:spcPts val="0"/>
              </a:spcAft>
              <a:buClr>
                <a:srgbClr val="888888"/>
              </a:buClr>
              <a:buSzPts val="9600"/>
              <a:buNone/>
              <a:defRPr>
                <a:solidFill>
                  <a:srgbClr val="888888"/>
                </a:solidFill>
              </a:defRPr>
            </a:lvl7pPr>
            <a:lvl8pPr lvl="7" algn="ctr">
              <a:spcBef>
                <a:spcPts val="1920"/>
              </a:spcBef>
              <a:spcAft>
                <a:spcPts val="0"/>
              </a:spcAft>
              <a:buClr>
                <a:srgbClr val="888888"/>
              </a:buClr>
              <a:buSzPts val="9600"/>
              <a:buNone/>
              <a:defRPr>
                <a:solidFill>
                  <a:srgbClr val="888888"/>
                </a:solidFill>
              </a:defRPr>
            </a:lvl8pPr>
            <a:lvl9pPr lvl="8" algn="ctr">
              <a:spcBef>
                <a:spcPts val="1920"/>
              </a:spcBef>
              <a:spcAft>
                <a:spcPts val="0"/>
              </a:spcAft>
              <a:buClr>
                <a:srgbClr val="888888"/>
              </a:buClr>
              <a:buSzPts val="9600"/>
              <a:buNone/>
              <a:defRPr>
                <a:solidFill>
                  <a:srgbClr val="888888"/>
                </a:solidFill>
              </a:defRPr>
            </a:lvl9pPr>
          </a:lstStyle>
          <a:p/>
        </p:txBody>
      </p:sp>
      <p:sp>
        <p:nvSpPr>
          <p:cNvPr id="19" name="Google Shape;19;p4"/>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22" name="Shape 22"/>
        <p:cNvGrpSpPr/>
        <p:nvPr/>
      </p:nvGrpSpPr>
      <p:grpSpPr>
        <a:xfrm>
          <a:off x="0" y="0"/>
          <a:ext cx="0" cy="0"/>
          <a:chOff x="0" y="0"/>
          <a:chExt cx="0" cy="0"/>
        </a:xfrm>
      </p:grpSpPr>
      <p:sp>
        <p:nvSpPr>
          <p:cNvPr id="23" name="Google Shape;23;p5"/>
          <p:cNvSpPr txBox="1"/>
          <p:nvPr>
            <p:ph type="title"/>
          </p:nvPr>
        </p:nvSpPr>
        <p:spPr>
          <a:xfrm>
            <a:off x="2194560" y="1318262"/>
            <a:ext cx="39502080" cy="5486400"/>
          </a:xfrm>
          <a:prstGeom prst="rect">
            <a:avLst/>
          </a:prstGeom>
          <a:noFill/>
          <a:ln>
            <a:noFill/>
          </a:ln>
        </p:spPr>
        <p:txBody>
          <a:bodyPr anchorCtr="0" anchor="ctr" bIns="217925" lIns="435650" spcFirstLastPara="1" rIns="435650" wrap="square" tIns="21792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5"/>
          <p:cNvSpPr txBox="1"/>
          <p:nvPr>
            <p:ph idx="1" type="body"/>
          </p:nvPr>
        </p:nvSpPr>
        <p:spPr>
          <a:xfrm>
            <a:off x="2194560" y="7680967"/>
            <a:ext cx="39502080" cy="21724622"/>
          </a:xfrm>
          <a:prstGeom prst="rect">
            <a:avLst/>
          </a:prstGeom>
          <a:noFill/>
          <a:ln>
            <a:noFill/>
          </a:ln>
        </p:spPr>
        <p:txBody>
          <a:bodyPr anchorCtr="0" anchor="t" bIns="217925" lIns="435650" spcFirstLastPara="1" rIns="435650" wrap="square" tIns="217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5"/>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8" name="Shape 28"/>
        <p:cNvGrpSpPr/>
        <p:nvPr/>
      </p:nvGrpSpPr>
      <p:grpSpPr>
        <a:xfrm>
          <a:off x="0" y="0"/>
          <a:ext cx="0" cy="0"/>
          <a:chOff x="0" y="0"/>
          <a:chExt cx="0" cy="0"/>
        </a:xfrm>
      </p:grpSpPr>
      <p:sp>
        <p:nvSpPr>
          <p:cNvPr id="29" name="Google Shape;29;p6"/>
          <p:cNvSpPr txBox="1"/>
          <p:nvPr>
            <p:ph type="title"/>
          </p:nvPr>
        </p:nvSpPr>
        <p:spPr>
          <a:xfrm>
            <a:off x="3467102" y="21153122"/>
            <a:ext cx="37307520" cy="6537960"/>
          </a:xfrm>
          <a:prstGeom prst="rect">
            <a:avLst/>
          </a:prstGeom>
          <a:noFill/>
          <a:ln>
            <a:noFill/>
          </a:ln>
        </p:spPr>
        <p:txBody>
          <a:bodyPr anchorCtr="0" anchor="t" bIns="217925" lIns="435650" spcFirstLastPara="1" rIns="435650" wrap="square" tIns="217925">
            <a:normAutofit/>
          </a:bodyPr>
          <a:lstStyle>
            <a:lvl1pPr lvl="0" algn="l">
              <a:spcBef>
                <a:spcPts val="0"/>
              </a:spcBef>
              <a:spcAft>
                <a:spcPts val="0"/>
              </a:spcAft>
              <a:buClr>
                <a:schemeClr val="dk1"/>
              </a:buClr>
              <a:buSzPts val="19200"/>
              <a:buFont typeface="Arial"/>
              <a:buNone/>
              <a:defRPr b="1" sz="19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6"/>
          <p:cNvSpPr txBox="1"/>
          <p:nvPr>
            <p:ph idx="1" type="body"/>
          </p:nvPr>
        </p:nvSpPr>
        <p:spPr>
          <a:xfrm>
            <a:off x="3467102" y="13952229"/>
            <a:ext cx="37307520" cy="7200898"/>
          </a:xfrm>
          <a:prstGeom prst="rect">
            <a:avLst/>
          </a:prstGeom>
          <a:noFill/>
          <a:ln>
            <a:noFill/>
          </a:ln>
        </p:spPr>
        <p:txBody>
          <a:bodyPr anchorCtr="0" anchor="b" bIns="217925" lIns="435650" spcFirstLastPara="1" rIns="435650" wrap="square" tIns="217925">
            <a:normAutofit/>
          </a:bodyPr>
          <a:lstStyle>
            <a:lvl1pPr indent="-228600" lvl="0" marL="457200" algn="l">
              <a:spcBef>
                <a:spcPts val="1920"/>
              </a:spcBef>
              <a:spcAft>
                <a:spcPts val="0"/>
              </a:spcAft>
              <a:buClr>
                <a:srgbClr val="888888"/>
              </a:buClr>
              <a:buSzPts val="9600"/>
              <a:buNone/>
              <a:defRPr sz="9600">
                <a:solidFill>
                  <a:srgbClr val="888888"/>
                </a:solidFill>
              </a:defRPr>
            </a:lvl1pPr>
            <a:lvl2pPr indent="-228600" lvl="1" marL="914400" algn="l">
              <a:spcBef>
                <a:spcPts val="1720"/>
              </a:spcBef>
              <a:spcAft>
                <a:spcPts val="0"/>
              </a:spcAft>
              <a:buClr>
                <a:srgbClr val="888888"/>
              </a:buClr>
              <a:buSzPts val="8600"/>
              <a:buNone/>
              <a:defRPr sz="8600">
                <a:solidFill>
                  <a:srgbClr val="888888"/>
                </a:solidFill>
              </a:defRPr>
            </a:lvl2pPr>
            <a:lvl3pPr indent="-228600" lvl="2" marL="1371600" algn="l">
              <a:spcBef>
                <a:spcPts val="1540"/>
              </a:spcBef>
              <a:spcAft>
                <a:spcPts val="0"/>
              </a:spcAft>
              <a:buClr>
                <a:srgbClr val="888888"/>
              </a:buClr>
              <a:buSzPts val="7700"/>
              <a:buNone/>
              <a:defRPr sz="7700">
                <a:solidFill>
                  <a:srgbClr val="888888"/>
                </a:solidFill>
              </a:defRPr>
            </a:lvl3pPr>
            <a:lvl4pPr indent="-228600" lvl="3" marL="1828800" algn="l">
              <a:spcBef>
                <a:spcPts val="1340"/>
              </a:spcBef>
              <a:spcAft>
                <a:spcPts val="0"/>
              </a:spcAft>
              <a:buClr>
                <a:srgbClr val="888888"/>
              </a:buClr>
              <a:buSzPts val="6700"/>
              <a:buNone/>
              <a:defRPr sz="6700">
                <a:solidFill>
                  <a:srgbClr val="888888"/>
                </a:solidFill>
              </a:defRPr>
            </a:lvl4pPr>
            <a:lvl5pPr indent="-228600" lvl="4" marL="2286000" algn="l">
              <a:spcBef>
                <a:spcPts val="1340"/>
              </a:spcBef>
              <a:spcAft>
                <a:spcPts val="0"/>
              </a:spcAft>
              <a:buClr>
                <a:srgbClr val="888888"/>
              </a:buClr>
              <a:buSzPts val="6700"/>
              <a:buNone/>
              <a:defRPr sz="6700">
                <a:solidFill>
                  <a:srgbClr val="888888"/>
                </a:solidFill>
              </a:defRPr>
            </a:lvl5pPr>
            <a:lvl6pPr indent="-228600" lvl="5" marL="2743200" algn="l">
              <a:spcBef>
                <a:spcPts val="1340"/>
              </a:spcBef>
              <a:spcAft>
                <a:spcPts val="0"/>
              </a:spcAft>
              <a:buClr>
                <a:srgbClr val="888888"/>
              </a:buClr>
              <a:buSzPts val="6700"/>
              <a:buNone/>
              <a:defRPr sz="6700">
                <a:solidFill>
                  <a:srgbClr val="888888"/>
                </a:solidFill>
              </a:defRPr>
            </a:lvl6pPr>
            <a:lvl7pPr indent="-228600" lvl="6" marL="3200400" algn="l">
              <a:spcBef>
                <a:spcPts val="1340"/>
              </a:spcBef>
              <a:spcAft>
                <a:spcPts val="0"/>
              </a:spcAft>
              <a:buClr>
                <a:srgbClr val="888888"/>
              </a:buClr>
              <a:buSzPts val="6700"/>
              <a:buNone/>
              <a:defRPr sz="6700">
                <a:solidFill>
                  <a:srgbClr val="888888"/>
                </a:solidFill>
              </a:defRPr>
            </a:lvl7pPr>
            <a:lvl8pPr indent="-228600" lvl="7" marL="3657600" algn="l">
              <a:spcBef>
                <a:spcPts val="1340"/>
              </a:spcBef>
              <a:spcAft>
                <a:spcPts val="0"/>
              </a:spcAft>
              <a:buClr>
                <a:srgbClr val="888888"/>
              </a:buClr>
              <a:buSzPts val="6700"/>
              <a:buNone/>
              <a:defRPr sz="6700">
                <a:solidFill>
                  <a:srgbClr val="888888"/>
                </a:solidFill>
              </a:defRPr>
            </a:lvl8pPr>
            <a:lvl9pPr indent="-228600" lvl="8" marL="4114800" algn="l">
              <a:spcBef>
                <a:spcPts val="1340"/>
              </a:spcBef>
              <a:spcAft>
                <a:spcPts val="0"/>
              </a:spcAft>
              <a:buClr>
                <a:srgbClr val="888888"/>
              </a:buClr>
              <a:buSzPts val="6700"/>
              <a:buNone/>
              <a:defRPr sz="6700">
                <a:solidFill>
                  <a:srgbClr val="888888"/>
                </a:solidFill>
              </a:defRPr>
            </a:lvl9pPr>
          </a:lstStyle>
          <a:p/>
        </p:txBody>
      </p:sp>
      <p:sp>
        <p:nvSpPr>
          <p:cNvPr id="31" name="Google Shape;31;p6"/>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34" name="Shape 34"/>
        <p:cNvGrpSpPr/>
        <p:nvPr/>
      </p:nvGrpSpPr>
      <p:grpSpPr>
        <a:xfrm>
          <a:off x="0" y="0"/>
          <a:ext cx="0" cy="0"/>
          <a:chOff x="0" y="0"/>
          <a:chExt cx="0" cy="0"/>
        </a:xfrm>
      </p:grpSpPr>
      <p:sp>
        <p:nvSpPr>
          <p:cNvPr id="35" name="Google Shape;35;p7"/>
          <p:cNvSpPr txBox="1"/>
          <p:nvPr>
            <p:ph type="title"/>
          </p:nvPr>
        </p:nvSpPr>
        <p:spPr>
          <a:xfrm>
            <a:off x="2194560" y="1318262"/>
            <a:ext cx="39502080" cy="5486400"/>
          </a:xfrm>
          <a:prstGeom prst="rect">
            <a:avLst/>
          </a:prstGeom>
          <a:noFill/>
          <a:ln>
            <a:noFill/>
          </a:ln>
        </p:spPr>
        <p:txBody>
          <a:bodyPr anchorCtr="0" anchor="ctr" bIns="217925" lIns="435650" spcFirstLastPara="1" rIns="435650" wrap="square" tIns="21792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 type="body"/>
          </p:nvPr>
        </p:nvSpPr>
        <p:spPr>
          <a:xfrm>
            <a:off x="10530842" y="36865560"/>
            <a:ext cx="94442280" cy="104279702"/>
          </a:xfrm>
          <a:prstGeom prst="rect">
            <a:avLst/>
          </a:prstGeom>
          <a:noFill/>
          <a:ln>
            <a:noFill/>
          </a:ln>
        </p:spPr>
        <p:txBody>
          <a:bodyPr anchorCtr="0" anchor="t" bIns="217925" lIns="435650" spcFirstLastPara="1" rIns="435650" wrap="square" tIns="217925">
            <a:normAutofit/>
          </a:bodyPr>
          <a:lstStyle>
            <a:lvl1pPr indent="-1079500" lvl="0" marL="457200" algn="l">
              <a:spcBef>
                <a:spcPts val="2680"/>
              </a:spcBef>
              <a:spcAft>
                <a:spcPts val="0"/>
              </a:spcAft>
              <a:buClr>
                <a:schemeClr val="dk1"/>
              </a:buClr>
              <a:buSzPts val="13400"/>
              <a:buChar char="•"/>
              <a:defRPr sz="13400"/>
            </a:lvl1pPr>
            <a:lvl2pPr indent="-958850" lvl="1" marL="914400" algn="l">
              <a:spcBef>
                <a:spcPts val="2300"/>
              </a:spcBef>
              <a:spcAft>
                <a:spcPts val="0"/>
              </a:spcAft>
              <a:buClr>
                <a:schemeClr val="dk1"/>
              </a:buClr>
              <a:buSzPts val="11500"/>
              <a:buChar char="–"/>
              <a:defRPr sz="11500"/>
            </a:lvl2pPr>
            <a:lvl3pPr indent="-838200" lvl="2" marL="1371600" algn="l">
              <a:spcBef>
                <a:spcPts val="1920"/>
              </a:spcBef>
              <a:spcAft>
                <a:spcPts val="0"/>
              </a:spcAft>
              <a:buClr>
                <a:schemeClr val="dk1"/>
              </a:buClr>
              <a:buSzPts val="9600"/>
              <a:buChar char="•"/>
              <a:defRPr sz="9600"/>
            </a:lvl3pPr>
            <a:lvl4pPr indent="-774700" lvl="3" marL="1828800" algn="l">
              <a:spcBef>
                <a:spcPts val="1720"/>
              </a:spcBef>
              <a:spcAft>
                <a:spcPts val="0"/>
              </a:spcAft>
              <a:buClr>
                <a:schemeClr val="dk1"/>
              </a:buClr>
              <a:buSzPts val="8600"/>
              <a:buChar char="–"/>
              <a:defRPr sz="8600"/>
            </a:lvl4pPr>
            <a:lvl5pPr indent="-774700" lvl="4" marL="2286000" algn="l">
              <a:spcBef>
                <a:spcPts val="1720"/>
              </a:spcBef>
              <a:spcAft>
                <a:spcPts val="0"/>
              </a:spcAft>
              <a:buClr>
                <a:schemeClr val="dk1"/>
              </a:buClr>
              <a:buSzPts val="8600"/>
              <a:buChar char="»"/>
              <a:defRPr sz="8600"/>
            </a:lvl5pPr>
            <a:lvl6pPr indent="-774700" lvl="5" marL="2743200" algn="l">
              <a:spcBef>
                <a:spcPts val="1720"/>
              </a:spcBef>
              <a:spcAft>
                <a:spcPts val="0"/>
              </a:spcAft>
              <a:buClr>
                <a:schemeClr val="dk1"/>
              </a:buClr>
              <a:buSzPts val="8600"/>
              <a:buChar char="•"/>
              <a:defRPr sz="8600"/>
            </a:lvl6pPr>
            <a:lvl7pPr indent="-774700" lvl="6" marL="3200400" algn="l">
              <a:spcBef>
                <a:spcPts val="1720"/>
              </a:spcBef>
              <a:spcAft>
                <a:spcPts val="0"/>
              </a:spcAft>
              <a:buClr>
                <a:schemeClr val="dk1"/>
              </a:buClr>
              <a:buSzPts val="8600"/>
              <a:buChar char="•"/>
              <a:defRPr sz="8600"/>
            </a:lvl7pPr>
            <a:lvl8pPr indent="-774700" lvl="7" marL="3657600" algn="l">
              <a:spcBef>
                <a:spcPts val="1720"/>
              </a:spcBef>
              <a:spcAft>
                <a:spcPts val="0"/>
              </a:spcAft>
              <a:buClr>
                <a:schemeClr val="dk1"/>
              </a:buClr>
              <a:buSzPts val="8600"/>
              <a:buChar char="•"/>
              <a:defRPr sz="8600"/>
            </a:lvl8pPr>
            <a:lvl9pPr indent="-774700" lvl="8" marL="4114800" algn="l">
              <a:spcBef>
                <a:spcPts val="1720"/>
              </a:spcBef>
              <a:spcAft>
                <a:spcPts val="0"/>
              </a:spcAft>
              <a:buClr>
                <a:schemeClr val="dk1"/>
              </a:buClr>
              <a:buSzPts val="8600"/>
              <a:buChar char="•"/>
              <a:defRPr sz="8600"/>
            </a:lvl9pPr>
          </a:lstStyle>
          <a:p/>
        </p:txBody>
      </p:sp>
      <p:sp>
        <p:nvSpPr>
          <p:cNvPr id="37" name="Google Shape;37;p7"/>
          <p:cNvSpPr txBox="1"/>
          <p:nvPr>
            <p:ph idx="2" type="body"/>
          </p:nvPr>
        </p:nvSpPr>
        <p:spPr>
          <a:xfrm>
            <a:off x="105704642" y="36865560"/>
            <a:ext cx="94442280" cy="104279702"/>
          </a:xfrm>
          <a:prstGeom prst="rect">
            <a:avLst/>
          </a:prstGeom>
          <a:noFill/>
          <a:ln>
            <a:noFill/>
          </a:ln>
        </p:spPr>
        <p:txBody>
          <a:bodyPr anchorCtr="0" anchor="t" bIns="217925" lIns="435650" spcFirstLastPara="1" rIns="435650" wrap="square" tIns="217925">
            <a:normAutofit/>
          </a:bodyPr>
          <a:lstStyle>
            <a:lvl1pPr indent="-1079500" lvl="0" marL="457200" algn="l">
              <a:spcBef>
                <a:spcPts val="2680"/>
              </a:spcBef>
              <a:spcAft>
                <a:spcPts val="0"/>
              </a:spcAft>
              <a:buClr>
                <a:schemeClr val="dk1"/>
              </a:buClr>
              <a:buSzPts val="13400"/>
              <a:buChar char="•"/>
              <a:defRPr sz="13400"/>
            </a:lvl1pPr>
            <a:lvl2pPr indent="-958850" lvl="1" marL="914400" algn="l">
              <a:spcBef>
                <a:spcPts val="2300"/>
              </a:spcBef>
              <a:spcAft>
                <a:spcPts val="0"/>
              </a:spcAft>
              <a:buClr>
                <a:schemeClr val="dk1"/>
              </a:buClr>
              <a:buSzPts val="11500"/>
              <a:buChar char="–"/>
              <a:defRPr sz="11500"/>
            </a:lvl2pPr>
            <a:lvl3pPr indent="-838200" lvl="2" marL="1371600" algn="l">
              <a:spcBef>
                <a:spcPts val="1920"/>
              </a:spcBef>
              <a:spcAft>
                <a:spcPts val="0"/>
              </a:spcAft>
              <a:buClr>
                <a:schemeClr val="dk1"/>
              </a:buClr>
              <a:buSzPts val="9600"/>
              <a:buChar char="•"/>
              <a:defRPr sz="9600"/>
            </a:lvl3pPr>
            <a:lvl4pPr indent="-774700" lvl="3" marL="1828800" algn="l">
              <a:spcBef>
                <a:spcPts val="1720"/>
              </a:spcBef>
              <a:spcAft>
                <a:spcPts val="0"/>
              </a:spcAft>
              <a:buClr>
                <a:schemeClr val="dk1"/>
              </a:buClr>
              <a:buSzPts val="8600"/>
              <a:buChar char="–"/>
              <a:defRPr sz="8600"/>
            </a:lvl4pPr>
            <a:lvl5pPr indent="-774700" lvl="4" marL="2286000" algn="l">
              <a:spcBef>
                <a:spcPts val="1720"/>
              </a:spcBef>
              <a:spcAft>
                <a:spcPts val="0"/>
              </a:spcAft>
              <a:buClr>
                <a:schemeClr val="dk1"/>
              </a:buClr>
              <a:buSzPts val="8600"/>
              <a:buChar char="»"/>
              <a:defRPr sz="8600"/>
            </a:lvl5pPr>
            <a:lvl6pPr indent="-774700" lvl="5" marL="2743200" algn="l">
              <a:spcBef>
                <a:spcPts val="1720"/>
              </a:spcBef>
              <a:spcAft>
                <a:spcPts val="0"/>
              </a:spcAft>
              <a:buClr>
                <a:schemeClr val="dk1"/>
              </a:buClr>
              <a:buSzPts val="8600"/>
              <a:buChar char="•"/>
              <a:defRPr sz="8600"/>
            </a:lvl6pPr>
            <a:lvl7pPr indent="-774700" lvl="6" marL="3200400" algn="l">
              <a:spcBef>
                <a:spcPts val="1720"/>
              </a:spcBef>
              <a:spcAft>
                <a:spcPts val="0"/>
              </a:spcAft>
              <a:buClr>
                <a:schemeClr val="dk1"/>
              </a:buClr>
              <a:buSzPts val="8600"/>
              <a:buChar char="•"/>
              <a:defRPr sz="8600"/>
            </a:lvl7pPr>
            <a:lvl8pPr indent="-774700" lvl="7" marL="3657600" algn="l">
              <a:spcBef>
                <a:spcPts val="1720"/>
              </a:spcBef>
              <a:spcAft>
                <a:spcPts val="0"/>
              </a:spcAft>
              <a:buClr>
                <a:schemeClr val="dk1"/>
              </a:buClr>
              <a:buSzPts val="8600"/>
              <a:buChar char="•"/>
              <a:defRPr sz="8600"/>
            </a:lvl8pPr>
            <a:lvl9pPr indent="-774700" lvl="8" marL="4114800" algn="l">
              <a:spcBef>
                <a:spcPts val="1720"/>
              </a:spcBef>
              <a:spcAft>
                <a:spcPts val="0"/>
              </a:spcAft>
              <a:buClr>
                <a:schemeClr val="dk1"/>
              </a:buClr>
              <a:buSzPts val="8600"/>
              <a:buChar char="•"/>
              <a:defRPr sz="8600"/>
            </a:lvl9pPr>
          </a:lstStyle>
          <a:p/>
        </p:txBody>
      </p:sp>
      <p:sp>
        <p:nvSpPr>
          <p:cNvPr id="38" name="Google Shape;38;p7"/>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7"/>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41" name="Shape 41"/>
        <p:cNvGrpSpPr/>
        <p:nvPr/>
      </p:nvGrpSpPr>
      <p:grpSpPr>
        <a:xfrm>
          <a:off x="0" y="0"/>
          <a:ext cx="0" cy="0"/>
          <a:chOff x="0" y="0"/>
          <a:chExt cx="0" cy="0"/>
        </a:xfrm>
      </p:grpSpPr>
      <p:sp>
        <p:nvSpPr>
          <p:cNvPr id="42" name="Google Shape;42;p8"/>
          <p:cNvSpPr txBox="1"/>
          <p:nvPr>
            <p:ph type="title"/>
          </p:nvPr>
        </p:nvSpPr>
        <p:spPr>
          <a:xfrm>
            <a:off x="2194560" y="1318262"/>
            <a:ext cx="39502080" cy="5486400"/>
          </a:xfrm>
          <a:prstGeom prst="rect">
            <a:avLst/>
          </a:prstGeom>
          <a:noFill/>
          <a:ln>
            <a:noFill/>
          </a:ln>
        </p:spPr>
        <p:txBody>
          <a:bodyPr anchorCtr="0" anchor="ctr" bIns="217925" lIns="435650" spcFirstLastPara="1" rIns="435650" wrap="square" tIns="217925">
            <a:normAutofit/>
          </a:bodyPr>
          <a:lstStyle>
            <a:lvl1pPr lvl="0" algn="ctr">
              <a:spcBef>
                <a:spcPts val="0"/>
              </a:spcBef>
              <a:spcAft>
                <a:spcPts val="0"/>
              </a:spcAft>
              <a:buClr>
                <a:schemeClr val="dk1"/>
              </a:buClr>
              <a:buSzPts val="211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8"/>
          <p:cNvSpPr txBox="1"/>
          <p:nvPr>
            <p:ph idx="1" type="body"/>
          </p:nvPr>
        </p:nvSpPr>
        <p:spPr>
          <a:xfrm>
            <a:off x="2194560" y="7368542"/>
            <a:ext cx="19392902" cy="3070858"/>
          </a:xfrm>
          <a:prstGeom prst="rect">
            <a:avLst/>
          </a:prstGeom>
          <a:noFill/>
          <a:ln>
            <a:noFill/>
          </a:ln>
        </p:spPr>
        <p:txBody>
          <a:bodyPr anchorCtr="0" anchor="b" bIns="217925" lIns="435650" spcFirstLastPara="1" rIns="435650" wrap="square" tIns="217925">
            <a:normAutofit/>
          </a:bodyPr>
          <a:lstStyle>
            <a:lvl1pPr indent="-228600" lvl="0" marL="457200" algn="l">
              <a:spcBef>
                <a:spcPts val="2300"/>
              </a:spcBef>
              <a:spcAft>
                <a:spcPts val="0"/>
              </a:spcAft>
              <a:buClr>
                <a:schemeClr val="dk1"/>
              </a:buClr>
              <a:buSzPts val="11500"/>
              <a:buNone/>
              <a:defRPr b="1" sz="11500"/>
            </a:lvl1pPr>
            <a:lvl2pPr indent="-228600" lvl="1" marL="914400" algn="l">
              <a:spcBef>
                <a:spcPts val="1920"/>
              </a:spcBef>
              <a:spcAft>
                <a:spcPts val="0"/>
              </a:spcAft>
              <a:buClr>
                <a:schemeClr val="dk1"/>
              </a:buClr>
              <a:buSzPts val="9600"/>
              <a:buNone/>
              <a:defRPr b="1" sz="9600"/>
            </a:lvl2pPr>
            <a:lvl3pPr indent="-228600" lvl="2" marL="1371600" algn="l">
              <a:spcBef>
                <a:spcPts val="1720"/>
              </a:spcBef>
              <a:spcAft>
                <a:spcPts val="0"/>
              </a:spcAft>
              <a:buClr>
                <a:schemeClr val="dk1"/>
              </a:buClr>
              <a:buSzPts val="8600"/>
              <a:buNone/>
              <a:defRPr b="1" sz="8600"/>
            </a:lvl3pPr>
            <a:lvl4pPr indent="-228600" lvl="3" marL="1828800" algn="l">
              <a:spcBef>
                <a:spcPts val="1540"/>
              </a:spcBef>
              <a:spcAft>
                <a:spcPts val="0"/>
              </a:spcAft>
              <a:buClr>
                <a:schemeClr val="dk1"/>
              </a:buClr>
              <a:buSzPts val="7700"/>
              <a:buNone/>
              <a:defRPr b="1" sz="7700"/>
            </a:lvl4pPr>
            <a:lvl5pPr indent="-228600" lvl="4" marL="2286000" algn="l">
              <a:spcBef>
                <a:spcPts val="1540"/>
              </a:spcBef>
              <a:spcAft>
                <a:spcPts val="0"/>
              </a:spcAft>
              <a:buClr>
                <a:schemeClr val="dk1"/>
              </a:buClr>
              <a:buSzPts val="7700"/>
              <a:buNone/>
              <a:defRPr b="1" sz="7700"/>
            </a:lvl5pPr>
            <a:lvl6pPr indent="-228600" lvl="5" marL="2743200" algn="l">
              <a:spcBef>
                <a:spcPts val="1540"/>
              </a:spcBef>
              <a:spcAft>
                <a:spcPts val="0"/>
              </a:spcAft>
              <a:buClr>
                <a:schemeClr val="dk1"/>
              </a:buClr>
              <a:buSzPts val="7700"/>
              <a:buNone/>
              <a:defRPr b="1" sz="7700"/>
            </a:lvl6pPr>
            <a:lvl7pPr indent="-228600" lvl="6" marL="3200400" algn="l">
              <a:spcBef>
                <a:spcPts val="1540"/>
              </a:spcBef>
              <a:spcAft>
                <a:spcPts val="0"/>
              </a:spcAft>
              <a:buClr>
                <a:schemeClr val="dk1"/>
              </a:buClr>
              <a:buSzPts val="7700"/>
              <a:buNone/>
              <a:defRPr b="1" sz="7700"/>
            </a:lvl7pPr>
            <a:lvl8pPr indent="-228600" lvl="7" marL="3657600" algn="l">
              <a:spcBef>
                <a:spcPts val="1540"/>
              </a:spcBef>
              <a:spcAft>
                <a:spcPts val="0"/>
              </a:spcAft>
              <a:buClr>
                <a:schemeClr val="dk1"/>
              </a:buClr>
              <a:buSzPts val="7700"/>
              <a:buNone/>
              <a:defRPr b="1" sz="7700"/>
            </a:lvl8pPr>
            <a:lvl9pPr indent="-228600" lvl="8" marL="4114800" algn="l">
              <a:spcBef>
                <a:spcPts val="1540"/>
              </a:spcBef>
              <a:spcAft>
                <a:spcPts val="0"/>
              </a:spcAft>
              <a:buClr>
                <a:schemeClr val="dk1"/>
              </a:buClr>
              <a:buSzPts val="7700"/>
              <a:buNone/>
              <a:defRPr b="1" sz="7700"/>
            </a:lvl9pPr>
          </a:lstStyle>
          <a:p/>
        </p:txBody>
      </p:sp>
      <p:sp>
        <p:nvSpPr>
          <p:cNvPr id="44" name="Google Shape;44;p8"/>
          <p:cNvSpPr txBox="1"/>
          <p:nvPr>
            <p:ph idx="2" type="body"/>
          </p:nvPr>
        </p:nvSpPr>
        <p:spPr>
          <a:xfrm>
            <a:off x="2194560" y="10439400"/>
            <a:ext cx="19392902" cy="18966182"/>
          </a:xfrm>
          <a:prstGeom prst="rect">
            <a:avLst/>
          </a:prstGeom>
          <a:noFill/>
          <a:ln>
            <a:noFill/>
          </a:ln>
        </p:spPr>
        <p:txBody>
          <a:bodyPr anchorCtr="0" anchor="t" bIns="217925" lIns="435650" spcFirstLastPara="1" rIns="435650" wrap="square" tIns="217925">
            <a:normAutofit/>
          </a:bodyPr>
          <a:lstStyle>
            <a:lvl1pPr indent="-958850" lvl="0" marL="457200" algn="l">
              <a:spcBef>
                <a:spcPts val="2300"/>
              </a:spcBef>
              <a:spcAft>
                <a:spcPts val="0"/>
              </a:spcAft>
              <a:buClr>
                <a:schemeClr val="dk1"/>
              </a:buClr>
              <a:buSzPts val="11500"/>
              <a:buChar char="•"/>
              <a:defRPr sz="11500"/>
            </a:lvl1pPr>
            <a:lvl2pPr indent="-838200" lvl="1" marL="914400" algn="l">
              <a:spcBef>
                <a:spcPts val="1920"/>
              </a:spcBef>
              <a:spcAft>
                <a:spcPts val="0"/>
              </a:spcAft>
              <a:buClr>
                <a:schemeClr val="dk1"/>
              </a:buClr>
              <a:buSzPts val="9600"/>
              <a:buChar char="–"/>
              <a:defRPr sz="9600"/>
            </a:lvl2pPr>
            <a:lvl3pPr indent="-774700" lvl="2" marL="1371600" algn="l">
              <a:spcBef>
                <a:spcPts val="1720"/>
              </a:spcBef>
              <a:spcAft>
                <a:spcPts val="0"/>
              </a:spcAft>
              <a:buClr>
                <a:schemeClr val="dk1"/>
              </a:buClr>
              <a:buSzPts val="8600"/>
              <a:buChar char="•"/>
              <a:defRPr sz="8600"/>
            </a:lvl3pPr>
            <a:lvl4pPr indent="-717550" lvl="3" marL="1828800" algn="l">
              <a:spcBef>
                <a:spcPts val="1540"/>
              </a:spcBef>
              <a:spcAft>
                <a:spcPts val="0"/>
              </a:spcAft>
              <a:buClr>
                <a:schemeClr val="dk1"/>
              </a:buClr>
              <a:buSzPts val="7700"/>
              <a:buChar char="–"/>
              <a:defRPr sz="7700"/>
            </a:lvl4pPr>
            <a:lvl5pPr indent="-717550" lvl="4" marL="2286000" algn="l">
              <a:spcBef>
                <a:spcPts val="1540"/>
              </a:spcBef>
              <a:spcAft>
                <a:spcPts val="0"/>
              </a:spcAft>
              <a:buClr>
                <a:schemeClr val="dk1"/>
              </a:buClr>
              <a:buSzPts val="7700"/>
              <a:buChar char="»"/>
              <a:defRPr sz="7700"/>
            </a:lvl5pPr>
            <a:lvl6pPr indent="-717550" lvl="5" marL="2743200" algn="l">
              <a:spcBef>
                <a:spcPts val="1540"/>
              </a:spcBef>
              <a:spcAft>
                <a:spcPts val="0"/>
              </a:spcAft>
              <a:buClr>
                <a:schemeClr val="dk1"/>
              </a:buClr>
              <a:buSzPts val="7700"/>
              <a:buChar char="•"/>
              <a:defRPr sz="7700"/>
            </a:lvl6pPr>
            <a:lvl7pPr indent="-717550" lvl="6" marL="3200400" algn="l">
              <a:spcBef>
                <a:spcPts val="1540"/>
              </a:spcBef>
              <a:spcAft>
                <a:spcPts val="0"/>
              </a:spcAft>
              <a:buClr>
                <a:schemeClr val="dk1"/>
              </a:buClr>
              <a:buSzPts val="7700"/>
              <a:buChar char="•"/>
              <a:defRPr sz="7700"/>
            </a:lvl7pPr>
            <a:lvl8pPr indent="-717550" lvl="7" marL="3657600" algn="l">
              <a:spcBef>
                <a:spcPts val="1540"/>
              </a:spcBef>
              <a:spcAft>
                <a:spcPts val="0"/>
              </a:spcAft>
              <a:buClr>
                <a:schemeClr val="dk1"/>
              </a:buClr>
              <a:buSzPts val="7700"/>
              <a:buChar char="•"/>
              <a:defRPr sz="7700"/>
            </a:lvl8pPr>
            <a:lvl9pPr indent="-717550" lvl="8" marL="4114800" algn="l">
              <a:spcBef>
                <a:spcPts val="1540"/>
              </a:spcBef>
              <a:spcAft>
                <a:spcPts val="0"/>
              </a:spcAft>
              <a:buClr>
                <a:schemeClr val="dk1"/>
              </a:buClr>
              <a:buSzPts val="7700"/>
              <a:buChar char="•"/>
              <a:defRPr sz="7700"/>
            </a:lvl9pPr>
          </a:lstStyle>
          <a:p/>
        </p:txBody>
      </p:sp>
      <p:sp>
        <p:nvSpPr>
          <p:cNvPr id="45" name="Google Shape;45;p8"/>
          <p:cNvSpPr txBox="1"/>
          <p:nvPr>
            <p:ph idx="3" type="body"/>
          </p:nvPr>
        </p:nvSpPr>
        <p:spPr>
          <a:xfrm>
            <a:off x="22296122" y="7368542"/>
            <a:ext cx="19400520" cy="3070858"/>
          </a:xfrm>
          <a:prstGeom prst="rect">
            <a:avLst/>
          </a:prstGeom>
          <a:noFill/>
          <a:ln>
            <a:noFill/>
          </a:ln>
        </p:spPr>
        <p:txBody>
          <a:bodyPr anchorCtr="0" anchor="b" bIns="217925" lIns="435650" spcFirstLastPara="1" rIns="435650" wrap="square" tIns="217925">
            <a:normAutofit/>
          </a:bodyPr>
          <a:lstStyle>
            <a:lvl1pPr indent="-228600" lvl="0" marL="457200" algn="l">
              <a:spcBef>
                <a:spcPts val="2300"/>
              </a:spcBef>
              <a:spcAft>
                <a:spcPts val="0"/>
              </a:spcAft>
              <a:buClr>
                <a:schemeClr val="dk1"/>
              </a:buClr>
              <a:buSzPts val="11500"/>
              <a:buNone/>
              <a:defRPr b="1" sz="11500"/>
            </a:lvl1pPr>
            <a:lvl2pPr indent="-228600" lvl="1" marL="914400" algn="l">
              <a:spcBef>
                <a:spcPts val="1920"/>
              </a:spcBef>
              <a:spcAft>
                <a:spcPts val="0"/>
              </a:spcAft>
              <a:buClr>
                <a:schemeClr val="dk1"/>
              </a:buClr>
              <a:buSzPts val="9600"/>
              <a:buNone/>
              <a:defRPr b="1" sz="9600"/>
            </a:lvl2pPr>
            <a:lvl3pPr indent="-228600" lvl="2" marL="1371600" algn="l">
              <a:spcBef>
                <a:spcPts val="1720"/>
              </a:spcBef>
              <a:spcAft>
                <a:spcPts val="0"/>
              </a:spcAft>
              <a:buClr>
                <a:schemeClr val="dk1"/>
              </a:buClr>
              <a:buSzPts val="8600"/>
              <a:buNone/>
              <a:defRPr b="1" sz="8600"/>
            </a:lvl3pPr>
            <a:lvl4pPr indent="-228600" lvl="3" marL="1828800" algn="l">
              <a:spcBef>
                <a:spcPts val="1540"/>
              </a:spcBef>
              <a:spcAft>
                <a:spcPts val="0"/>
              </a:spcAft>
              <a:buClr>
                <a:schemeClr val="dk1"/>
              </a:buClr>
              <a:buSzPts val="7700"/>
              <a:buNone/>
              <a:defRPr b="1" sz="7700"/>
            </a:lvl4pPr>
            <a:lvl5pPr indent="-228600" lvl="4" marL="2286000" algn="l">
              <a:spcBef>
                <a:spcPts val="1540"/>
              </a:spcBef>
              <a:spcAft>
                <a:spcPts val="0"/>
              </a:spcAft>
              <a:buClr>
                <a:schemeClr val="dk1"/>
              </a:buClr>
              <a:buSzPts val="7700"/>
              <a:buNone/>
              <a:defRPr b="1" sz="7700"/>
            </a:lvl5pPr>
            <a:lvl6pPr indent="-228600" lvl="5" marL="2743200" algn="l">
              <a:spcBef>
                <a:spcPts val="1540"/>
              </a:spcBef>
              <a:spcAft>
                <a:spcPts val="0"/>
              </a:spcAft>
              <a:buClr>
                <a:schemeClr val="dk1"/>
              </a:buClr>
              <a:buSzPts val="7700"/>
              <a:buNone/>
              <a:defRPr b="1" sz="7700"/>
            </a:lvl6pPr>
            <a:lvl7pPr indent="-228600" lvl="6" marL="3200400" algn="l">
              <a:spcBef>
                <a:spcPts val="1540"/>
              </a:spcBef>
              <a:spcAft>
                <a:spcPts val="0"/>
              </a:spcAft>
              <a:buClr>
                <a:schemeClr val="dk1"/>
              </a:buClr>
              <a:buSzPts val="7700"/>
              <a:buNone/>
              <a:defRPr b="1" sz="7700"/>
            </a:lvl7pPr>
            <a:lvl8pPr indent="-228600" lvl="7" marL="3657600" algn="l">
              <a:spcBef>
                <a:spcPts val="1540"/>
              </a:spcBef>
              <a:spcAft>
                <a:spcPts val="0"/>
              </a:spcAft>
              <a:buClr>
                <a:schemeClr val="dk1"/>
              </a:buClr>
              <a:buSzPts val="7700"/>
              <a:buNone/>
              <a:defRPr b="1" sz="7700"/>
            </a:lvl8pPr>
            <a:lvl9pPr indent="-228600" lvl="8" marL="4114800" algn="l">
              <a:spcBef>
                <a:spcPts val="1540"/>
              </a:spcBef>
              <a:spcAft>
                <a:spcPts val="0"/>
              </a:spcAft>
              <a:buClr>
                <a:schemeClr val="dk1"/>
              </a:buClr>
              <a:buSzPts val="7700"/>
              <a:buNone/>
              <a:defRPr b="1" sz="7700"/>
            </a:lvl9pPr>
          </a:lstStyle>
          <a:p/>
        </p:txBody>
      </p:sp>
      <p:sp>
        <p:nvSpPr>
          <p:cNvPr id="46" name="Google Shape;46;p8"/>
          <p:cNvSpPr txBox="1"/>
          <p:nvPr>
            <p:ph idx="4" type="body"/>
          </p:nvPr>
        </p:nvSpPr>
        <p:spPr>
          <a:xfrm>
            <a:off x="22296122" y="10439400"/>
            <a:ext cx="19400520" cy="18966182"/>
          </a:xfrm>
          <a:prstGeom prst="rect">
            <a:avLst/>
          </a:prstGeom>
          <a:noFill/>
          <a:ln>
            <a:noFill/>
          </a:ln>
        </p:spPr>
        <p:txBody>
          <a:bodyPr anchorCtr="0" anchor="t" bIns="217925" lIns="435650" spcFirstLastPara="1" rIns="435650" wrap="square" tIns="217925">
            <a:normAutofit/>
          </a:bodyPr>
          <a:lstStyle>
            <a:lvl1pPr indent="-958850" lvl="0" marL="457200" algn="l">
              <a:spcBef>
                <a:spcPts val="2300"/>
              </a:spcBef>
              <a:spcAft>
                <a:spcPts val="0"/>
              </a:spcAft>
              <a:buClr>
                <a:schemeClr val="dk1"/>
              </a:buClr>
              <a:buSzPts val="11500"/>
              <a:buChar char="•"/>
              <a:defRPr sz="11500"/>
            </a:lvl1pPr>
            <a:lvl2pPr indent="-838200" lvl="1" marL="914400" algn="l">
              <a:spcBef>
                <a:spcPts val="1920"/>
              </a:spcBef>
              <a:spcAft>
                <a:spcPts val="0"/>
              </a:spcAft>
              <a:buClr>
                <a:schemeClr val="dk1"/>
              </a:buClr>
              <a:buSzPts val="9600"/>
              <a:buChar char="–"/>
              <a:defRPr sz="9600"/>
            </a:lvl2pPr>
            <a:lvl3pPr indent="-774700" lvl="2" marL="1371600" algn="l">
              <a:spcBef>
                <a:spcPts val="1720"/>
              </a:spcBef>
              <a:spcAft>
                <a:spcPts val="0"/>
              </a:spcAft>
              <a:buClr>
                <a:schemeClr val="dk1"/>
              </a:buClr>
              <a:buSzPts val="8600"/>
              <a:buChar char="•"/>
              <a:defRPr sz="8600"/>
            </a:lvl3pPr>
            <a:lvl4pPr indent="-717550" lvl="3" marL="1828800" algn="l">
              <a:spcBef>
                <a:spcPts val="1540"/>
              </a:spcBef>
              <a:spcAft>
                <a:spcPts val="0"/>
              </a:spcAft>
              <a:buClr>
                <a:schemeClr val="dk1"/>
              </a:buClr>
              <a:buSzPts val="7700"/>
              <a:buChar char="–"/>
              <a:defRPr sz="7700"/>
            </a:lvl4pPr>
            <a:lvl5pPr indent="-717550" lvl="4" marL="2286000" algn="l">
              <a:spcBef>
                <a:spcPts val="1540"/>
              </a:spcBef>
              <a:spcAft>
                <a:spcPts val="0"/>
              </a:spcAft>
              <a:buClr>
                <a:schemeClr val="dk1"/>
              </a:buClr>
              <a:buSzPts val="7700"/>
              <a:buChar char="»"/>
              <a:defRPr sz="7700"/>
            </a:lvl5pPr>
            <a:lvl6pPr indent="-717550" lvl="5" marL="2743200" algn="l">
              <a:spcBef>
                <a:spcPts val="1540"/>
              </a:spcBef>
              <a:spcAft>
                <a:spcPts val="0"/>
              </a:spcAft>
              <a:buClr>
                <a:schemeClr val="dk1"/>
              </a:buClr>
              <a:buSzPts val="7700"/>
              <a:buChar char="•"/>
              <a:defRPr sz="7700"/>
            </a:lvl6pPr>
            <a:lvl7pPr indent="-717550" lvl="6" marL="3200400" algn="l">
              <a:spcBef>
                <a:spcPts val="1540"/>
              </a:spcBef>
              <a:spcAft>
                <a:spcPts val="0"/>
              </a:spcAft>
              <a:buClr>
                <a:schemeClr val="dk1"/>
              </a:buClr>
              <a:buSzPts val="7700"/>
              <a:buChar char="•"/>
              <a:defRPr sz="7700"/>
            </a:lvl7pPr>
            <a:lvl8pPr indent="-717550" lvl="7" marL="3657600" algn="l">
              <a:spcBef>
                <a:spcPts val="1540"/>
              </a:spcBef>
              <a:spcAft>
                <a:spcPts val="0"/>
              </a:spcAft>
              <a:buClr>
                <a:schemeClr val="dk1"/>
              </a:buClr>
              <a:buSzPts val="7700"/>
              <a:buChar char="•"/>
              <a:defRPr sz="7700"/>
            </a:lvl8pPr>
            <a:lvl9pPr indent="-717550" lvl="8" marL="4114800" algn="l">
              <a:spcBef>
                <a:spcPts val="1540"/>
              </a:spcBef>
              <a:spcAft>
                <a:spcPts val="0"/>
              </a:spcAft>
              <a:buClr>
                <a:schemeClr val="dk1"/>
              </a:buClr>
              <a:buSzPts val="7700"/>
              <a:buChar char="•"/>
              <a:defRPr sz="7700"/>
            </a:lvl9pPr>
          </a:lstStyle>
          <a:p/>
        </p:txBody>
      </p:sp>
      <p:sp>
        <p:nvSpPr>
          <p:cNvPr id="47" name="Google Shape;47;p8"/>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2194567" y="1310640"/>
            <a:ext cx="14439902" cy="5577840"/>
          </a:xfrm>
          <a:prstGeom prst="rect">
            <a:avLst/>
          </a:prstGeom>
          <a:noFill/>
          <a:ln>
            <a:noFill/>
          </a:ln>
        </p:spPr>
        <p:txBody>
          <a:bodyPr anchorCtr="0" anchor="b" bIns="217925" lIns="435650" spcFirstLastPara="1" rIns="435650" wrap="square" tIns="217925">
            <a:normAutofit/>
          </a:bodyPr>
          <a:lstStyle>
            <a:lvl1pPr lvl="0" algn="l">
              <a:spcBef>
                <a:spcPts val="0"/>
              </a:spcBef>
              <a:spcAft>
                <a:spcPts val="0"/>
              </a:spcAft>
              <a:buClr>
                <a:schemeClr val="dk1"/>
              </a:buClr>
              <a:buSzPts val="9600"/>
              <a:buFont typeface="Arial"/>
              <a:buNone/>
              <a:defRPr b="1"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17160240" y="1310647"/>
            <a:ext cx="24536400" cy="28094942"/>
          </a:xfrm>
          <a:prstGeom prst="rect">
            <a:avLst/>
          </a:prstGeom>
          <a:noFill/>
          <a:ln>
            <a:noFill/>
          </a:ln>
        </p:spPr>
        <p:txBody>
          <a:bodyPr anchorCtr="0" anchor="t" bIns="217925" lIns="435650" spcFirstLastPara="1" rIns="435650" wrap="square" tIns="217925">
            <a:normAutofit/>
          </a:bodyPr>
          <a:lstStyle>
            <a:lvl1pPr indent="-1206500" lvl="0" marL="457200" algn="l">
              <a:spcBef>
                <a:spcPts val="3080"/>
              </a:spcBef>
              <a:spcAft>
                <a:spcPts val="0"/>
              </a:spcAft>
              <a:buClr>
                <a:schemeClr val="dk1"/>
              </a:buClr>
              <a:buSzPts val="15400"/>
              <a:buChar char="•"/>
              <a:defRPr sz="15400"/>
            </a:lvl1pPr>
            <a:lvl2pPr indent="-1079500" lvl="1" marL="914400" algn="l">
              <a:spcBef>
                <a:spcPts val="2680"/>
              </a:spcBef>
              <a:spcAft>
                <a:spcPts val="0"/>
              </a:spcAft>
              <a:buClr>
                <a:schemeClr val="dk1"/>
              </a:buClr>
              <a:buSzPts val="13400"/>
              <a:buChar char="–"/>
              <a:defRPr sz="13400"/>
            </a:lvl2pPr>
            <a:lvl3pPr indent="-958850" lvl="2" marL="1371600" algn="l">
              <a:spcBef>
                <a:spcPts val="2300"/>
              </a:spcBef>
              <a:spcAft>
                <a:spcPts val="0"/>
              </a:spcAft>
              <a:buClr>
                <a:schemeClr val="dk1"/>
              </a:buClr>
              <a:buSzPts val="11500"/>
              <a:buChar char="•"/>
              <a:defRPr sz="11500"/>
            </a:lvl3pPr>
            <a:lvl4pPr indent="-838200" lvl="3" marL="1828800" algn="l">
              <a:spcBef>
                <a:spcPts val="1920"/>
              </a:spcBef>
              <a:spcAft>
                <a:spcPts val="0"/>
              </a:spcAft>
              <a:buClr>
                <a:schemeClr val="dk1"/>
              </a:buClr>
              <a:buSzPts val="9600"/>
              <a:buChar char="–"/>
              <a:defRPr sz="9600"/>
            </a:lvl4pPr>
            <a:lvl5pPr indent="-838200" lvl="4" marL="2286000" algn="l">
              <a:spcBef>
                <a:spcPts val="1920"/>
              </a:spcBef>
              <a:spcAft>
                <a:spcPts val="0"/>
              </a:spcAft>
              <a:buClr>
                <a:schemeClr val="dk1"/>
              </a:buClr>
              <a:buSzPts val="9600"/>
              <a:buChar char="»"/>
              <a:defRPr sz="9600"/>
            </a:lvl5pPr>
            <a:lvl6pPr indent="-838200" lvl="5" marL="2743200" algn="l">
              <a:spcBef>
                <a:spcPts val="1920"/>
              </a:spcBef>
              <a:spcAft>
                <a:spcPts val="0"/>
              </a:spcAft>
              <a:buClr>
                <a:schemeClr val="dk1"/>
              </a:buClr>
              <a:buSzPts val="9600"/>
              <a:buChar char="•"/>
              <a:defRPr sz="9600"/>
            </a:lvl6pPr>
            <a:lvl7pPr indent="-838200" lvl="6" marL="3200400" algn="l">
              <a:spcBef>
                <a:spcPts val="1920"/>
              </a:spcBef>
              <a:spcAft>
                <a:spcPts val="0"/>
              </a:spcAft>
              <a:buClr>
                <a:schemeClr val="dk1"/>
              </a:buClr>
              <a:buSzPts val="9600"/>
              <a:buChar char="•"/>
              <a:defRPr sz="9600"/>
            </a:lvl7pPr>
            <a:lvl8pPr indent="-838200" lvl="7" marL="3657600" algn="l">
              <a:spcBef>
                <a:spcPts val="1920"/>
              </a:spcBef>
              <a:spcAft>
                <a:spcPts val="0"/>
              </a:spcAft>
              <a:buClr>
                <a:schemeClr val="dk1"/>
              </a:buClr>
              <a:buSzPts val="9600"/>
              <a:buChar char="•"/>
              <a:defRPr sz="9600"/>
            </a:lvl8pPr>
            <a:lvl9pPr indent="-838200" lvl="8" marL="4114800" algn="l">
              <a:spcBef>
                <a:spcPts val="1920"/>
              </a:spcBef>
              <a:spcAft>
                <a:spcPts val="0"/>
              </a:spcAft>
              <a:buClr>
                <a:schemeClr val="dk1"/>
              </a:buClr>
              <a:buSzPts val="9600"/>
              <a:buChar char="•"/>
              <a:defRPr sz="9600"/>
            </a:lvl9pPr>
          </a:lstStyle>
          <a:p/>
        </p:txBody>
      </p:sp>
      <p:sp>
        <p:nvSpPr>
          <p:cNvPr id="57" name="Google Shape;57;p10"/>
          <p:cNvSpPr txBox="1"/>
          <p:nvPr>
            <p:ph idx="2" type="body"/>
          </p:nvPr>
        </p:nvSpPr>
        <p:spPr>
          <a:xfrm>
            <a:off x="2194567" y="6888487"/>
            <a:ext cx="14439902" cy="22517102"/>
          </a:xfrm>
          <a:prstGeom prst="rect">
            <a:avLst/>
          </a:prstGeom>
          <a:noFill/>
          <a:ln>
            <a:noFill/>
          </a:ln>
        </p:spPr>
        <p:txBody>
          <a:bodyPr anchorCtr="0" anchor="t" bIns="217925" lIns="435650" spcFirstLastPara="1" rIns="435650" wrap="square" tIns="217925">
            <a:normAutofit/>
          </a:bodyPr>
          <a:lstStyle>
            <a:lvl1pPr indent="-228600" lvl="0" marL="457200" algn="l">
              <a:spcBef>
                <a:spcPts val="1340"/>
              </a:spcBef>
              <a:spcAft>
                <a:spcPts val="0"/>
              </a:spcAft>
              <a:buClr>
                <a:schemeClr val="dk1"/>
              </a:buClr>
              <a:buSzPts val="6700"/>
              <a:buNone/>
              <a:defRPr sz="6700"/>
            </a:lvl1pPr>
            <a:lvl2pPr indent="-228600" lvl="1" marL="914400" algn="l">
              <a:spcBef>
                <a:spcPts val="1160"/>
              </a:spcBef>
              <a:spcAft>
                <a:spcPts val="0"/>
              </a:spcAft>
              <a:buClr>
                <a:schemeClr val="dk1"/>
              </a:buClr>
              <a:buSzPts val="5800"/>
              <a:buNone/>
              <a:defRPr sz="5800"/>
            </a:lvl2pPr>
            <a:lvl3pPr indent="-228600" lvl="2" marL="1371600" algn="l">
              <a:spcBef>
                <a:spcPts val="960"/>
              </a:spcBef>
              <a:spcAft>
                <a:spcPts val="0"/>
              </a:spcAft>
              <a:buClr>
                <a:schemeClr val="dk1"/>
              </a:buClr>
              <a:buSzPts val="4800"/>
              <a:buNone/>
              <a:defRPr sz="4800"/>
            </a:lvl3pPr>
            <a:lvl4pPr indent="-228600" lvl="3" marL="1828800" algn="l">
              <a:spcBef>
                <a:spcPts val="860"/>
              </a:spcBef>
              <a:spcAft>
                <a:spcPts val="0"/>
              </a:spcAft>
              <a:buClr>
                <a:schemeClr val="dk1"/>
              </a:buClr>
              <a:buSzPts val="4300"/>
              <a:buNone/>
              <a:defRPr sz="4300"/>
            </a:lvl4pPr>
            <a:lvl5pPr indent="-228600" lvl="4" marL="2286000" algn="l">
              <a:spcBef>
                <a:spcPts val="860"/>
              </a:spcBef>
              <a:spcAft>
                <a:spcPts val="0"/>
              </a:spcAft>
              <a:buClr>
                <a:schemeClr val="dk1"/>
              </a:buClr>
              <a:buSzPts val="4300"/>
              <a:buNone/>
              <a:defRPr sz="4300"/>
            </a:lvl5pPr>
            <a:lvl6pPr indent="-228600" lvl="5" marL="2743200" algn="l">
              <a:spcBef>
                <a:spcPts val="860"/>
              </a:spcBef>
              <a:spcAft>
                <a:spcPts val="0"/>
              </a:spcAft>
              <a:buClr>
                <a:schemeClr val="dk1"/>
              </a:buClr>
              <a:buSzPts val="4300"/>
              <a:buNone/>
              <a:defRPr sz="4300"/>
            </a:lvl6pPr>
            <a:lvl7pPr indent="-228600" lvl="6" marL="3200400" algn="l">
              <a:spcBef>
                <a:spcPts val="860"/>
              </a:spcBef>
              <a:spcAft>
                <a:spcPts val="0"/>
              </a:spcAft>
              <a:buClr>
                <a:schemeClr val="dk1"/>
              </a:buClr>
              <a:buSzPts val="4300"/>
              <a:buNone/>
              <a:defRPr sz="4300"/>
            </a:lvl7pPr>
            <a:lvl8pPr indent="-228600" lvl="7" marL="3657600" algn="l">
              <a:spcBef>
                <a:spcPts val="860"/>
              </a:spcBef>
              <a:spcAft>
                <a:spcPts val="0"/>
              </a:spcAft>
              <a:buClr>
                <a:schemeClr val="dk1"/>
              </a:buClr>
              <a:buSzPts val="4300"/>
              <a:buNone/>
              <a:defRPr sz="4300"/>
            </a:lvl8pPr>
            <a:lvl9pPr indent="-228600" lvl="8" marL="4114800" algn="l">
              <a:spcBef>
                <a:spcPts val="860"/>
              </a:spcBef>
              <a:spcAft>
                <a:spcPts val="0"/>
              </a:spcAft>
              <a:buClr>
                <a:schemeClr val="dk1"/>
              </a:buClr>
              <a:buSzPts val="4300"/>
              <a:buNone/>
              <a:defRPr sz="4300"/>
            </a:lvl9pPr>
          </a:lstStyle>
          <a:p/>
        </p:txBody>
      </p:sp>
      <p:sp>
        <p:nvSpPr>
          <p:cNvPr id="58" name="Google Shape;58;p10"/>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8602982" y="23042880"/>
            <a:ext cx="26334720" cy="2720342"/>
          </a:xfrm>
          <a:prstGeom prst="rect">
            <a:avLst/>
          </a:prstGeom>
          <a:noFill/>
          <a:ln>
            <a:noFill/>
          </a:ln>
        </p:spPr>
        <p:txBody>
          <a:bodyPr anchorCtr="0" anchor="b" bIns="217925" lIns="435650" spcFirstLastPara="1" rIns="435650" wrap="square" tIns="217925">
            <a:normAutofit/>
          </a:bodyPr>
          <a:lstStyle>
            <a:lvl1pPr lvl="0" algn="l">
              <a:spcBef>
                <a:spcPts val="0"/>
              </a:spcBef>
              <a:spcAft>
                <a:spcPts val="0"/>
              </a:spcAft>
              <a:buClr>
                <a:schemeClr val="dk1"/>
              </a:buClr>
              <a:buSzPts val="9600"/>
              <a:buFont typeface="Arial"/>
              <a:buNone/>
              <a:defRPr b="1"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8602982" y="2941320"/>
            <a:ext cx="26334720" cy="19751040"/>
          </a:xfrm>
          <a:prstGeom prst="rect">
            <a:avLst/>
          </a:prstGeom>
          <a:noFill/>
          <a:ln>
            <a:noFill/>
          </a:ln>
        </p:spPr>
      </p:sp>
      <p:sp>
        <p:nvSpPr>
          <p:cNvPr id="64" name="Google Shape;64;p11"/>
          <p:cNvSpPr txBox="1"/>
          <p:nvPr>
            <p:ph idx="1" type="body"/>
          </p:nvPr>
        </p:nvSpPr>
        <p:spPr>
          <a:xfrm>
            <a:off x="8602982" y="25763222"/>
            <a:ext cx="26334720" cy="3863338"/>
          </a:xfrm>
          <a:prstGeom prst="rect">
            <a:avLst/>
          </a:prstGeom>
          <a:noFill/>
          <a:ln>
            <a:noFill/>
          </a:ln>
        </p:spPr>
        <p:txBody>
          <a:bodyPr anchorCtr="0" anchor="t" bIns="217925" lIns="435650" spcFirstLastPara="1" rIns="435650" wrap="square" tIns="217925">
            <a:normAutofit/>
          </a:bodyPr>
          <a:lstStyle>
            <a:lvl1pPr indent="-228600" lvl="0" marL="457200" algn="l">
              <a:spcBef>
                <a:spcPts val="1340"/>
              </a:spcBef>
              <a:spcAft>
                <a:spcPts val="0"/>
              </a:spcAft>
              <a:buClr>
                <a:schemeClr val="dk1"/>
              </a:buClr>
              <a:buSzPts val="6700"/>
              <a:buNone/>
              <a:defRPr sz="6700"/>
            </a:lvl1pPr>
            <a:lvl2pPr indent="-228600" lvl="1" marL="914400" algn="l">
              <a:spcBef>
                <a:spcPts val="1160"/>
              </a:spcBef>
              <a:spcAft>
                <a:spcPts val="0"/>
              </a:spcAft>
              <a:buClr>
                <a:schemeClr val="dk1"/>
              </a:buClr>
              <a:buSzPts val="5800"/>
              <a:buNone/>
              <a:defRPr sz="5800"/>
            </a:lvl2pPr>
            <a:lvl3pPr indent="-228600" lvl="2" marL="1371600" algn="l">
              <a:spcBef>
                <a:spcPts val="960"/>
              </a:spcBef>
              <a:spcAft>
                <a:spcPts val="0"/>
              </a:spcAft>
              <a:buClr>
                <a:schemeClr val="dk1"/>
              </a:buClr>
              <a:buSzPts val="4800"/>
              <a:buNone/>
              <a:defRPr sz="4800"/>
            </a:lvl3pPr>
            <a:lvl4pPr indent="-228600" lvl="3" marL="1828800" algn="l">
              <a:spcBef>
                <a:spcPts val="860"/>
              </a:spcBef>
              <a:spcAft>
                <a:spcPts val="0"/>
              </a:spcAft>
              <a:buClr>
                <a:schemeClr val="dk1"/>
              </a:buClr>
              <a:buSzPts val="4300"/>
              <a:buNone/>
              <a:defRPr sz="4300"/>
            </a:lvl4pPr>
            <a:lvl5pPr indent="-228600" lvl="4" marL="2286000" algn="l">
              <a:spcBef>
                <a:spcPts val="860"/>
              </a:spcBef>
              <a:spcAft>
                <a:spcPts val="0"/>
              </a:spcAft>
              <a:buClr>
                <a:schemeClr val="dk1"/>
              </a:buClr>
              <a:buSzPts val="4300"/>
              <a:buNone/>
              <a:defRPr sz="4300"/>
            </a:lvl5pPr>
            <a:lvl6pPr indent="-228600" lvl="5" marL="2743200" algn="l">
              <a:spcBef>
                <a:spcPts val="860"/>
              </a:spcBef>
              <a:spcAft>
                <a:spcPts val="0"/>
              </a:spcAft>
              <a:buClr>
                <a:schemeClr val="dk1"/>
              </a:buClr>
              <a:buSzPts val="4300"/>
              <a:buNone/>
              <a:defRPr sz="4300"/>
            </a:lvl6pPr>
            <a:lvl7pPr indent="-228600" lvl="6" marL="3200400" algn="l">
              <a:spcBef>
                <a:spcPts val="860"/>
              </a:spcBef>
              <a:spcAft>
                <a:spcPts val="0"/>
              </a:spcAft>
              <a:buClr>
                <a:schemeClr val="dk1"/>
              </a:buClr>
              <a:buSzPts val="4300"/>
              <a:buNone/>
              <a:defRPr sz="4300"/>
            </a:lvl7pPr>
            <a:lvl8pPr indent="-228600" lvl="7" marL="3657600" algn="l">
              <a:spcBef>
                <a:spcPts val="860"/>
              </a:spcBef>
              <a:spcAft>
                <a:spcPts val="0"/>
              </a:spcAft>
              <a:buClr>
                <a:schemeClr val="dk1"/>
              </a:buClr>
              <a:buSzPts val="4300"/>
              <a:buNone/>
              <a:defRPr sz="4300"/>
            </a:lvl8pPr>
            <a:lvl9pPr indent="-228600" lvl="8" marL="4114800" algn="l">
              <a:spcBef>
                <a:spcPts val="860"/>
              </a:spcBef>
              <a:spcAft>
                <a:spcPts val="0"/>
              </a:spcAft>
              <a:buClr>
                <a:schemeClr val="dk1"/>
              </a:buClr>
              <a:buSzPts val="4300"/>
              <a:buNone/>
              <a:defRPr sz="4300"/>
            </a:lvl9pPr>
          </a:lstStyle>
          <a:p/>
        </p:txBody>
      </p:sp>
      <p:sp>
        <p:nvSpPr>
          <p:cNvPr id="65" name="Google Shape;65;p11"/>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2194560" y="1318262"/>
            <a:ext cx="39502080" cy="5486400"/>
          </a:xfrm>
          <a:prstGeom prst="rect">
            <a:avLst/>
          </a:prstGeom>
          <a:noFill/>
          <a:ln>
            <a:noFill/>
          </a:ln>
        </p:spPr>
        <p:txBody>
          <a:bodyPr anchorCtr="0" anchor="ctr" bIns="217925" lIns="435650" spcFirstLastPara="1" rIns="435650" wrap="square" tIns="21792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11083289" y="-1207762"/>
            <a:ext cx="21724622" cy="39502080"/>
          </a:xfrm>
          <a:prstGeom prst="rect">
            <a:avLst/>
          </a:prstGeom>
          <a:noFill/>
          <a:ln>
            <a:noFill/>
          </a:ln>
        </p:spPr>
        <p:txBody>
          <a:bodyPr anchorCtr="0" anchor="t" bIns="217925" lIns="435650" spcFirstLastPara="1" rIns="435650" wrap="square" tIns="217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109034587" y="50032922"/>
            <a:ext cx="134820662" cy="47404018"/>
          </a:xfrm>
          <a:prstGeom prst="rect">
            <a:avLst/>
          </a:prstGeom>
          <a:noFill/>
          <a:ln>
            <a:noFill/>
          </a:ln>
        </p:spPr>
        <p:txBody>
          <a:bodyPr anchorCtr="0" anchor="ctr" bIns="217925" lIns="435650" spcFirstLastPara="1" rIns="435650" wrap="square" tIns="21792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13860787" y="2994660"/>
            <a:ext cx="134820662" cy="141480542"/>
          </a:xfrm>
          <a:prstGeom prst="rect">
            <a:avLst/>
          </a:prstGeom>
          <a:noFill/>
          <a:ln>
            <a:noFill/>
          </a:ln>
        </p:spPr>
        <p:txBody>
          <a:bodyPr anchorCtr="0" anchor="t" bIns="217925" lIns="435650" spcFirstLastPara="1" rIns="435650" wrap="square" tIns="217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3"/>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C5A"/>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194560" y="1318262"/>
            <a:ext cx="39502080" cy="5486400"/>
          </a:xfrm>
          <a:prstGeom prst="rect">
            <a:avLst/>
          </a:prstGeom>
          <a:noFill/>
          <a:ln>
            <a:noFill/>
          </a:ln>
        </p:spPr>
        <p:txBody>
          <a:bodyPr anchorCtr="0" anchor="ctr" bIns="217925" lIns="435650" spcFirstLastPara="1" rIns="435650" wrap="square" tIns="217925">
            <a:normAutofit/>
          </a:bodyPr>
          <a:lstStyle>
            <a:lvl1pPr lvl="0" marR="0" rtl="0" algn="ctr">
              <a:spcBef>
                <a:spcPts val="0"/>
              </a:spcBef>
              <a:spcAft>
                <a:spcPts val="0"/>
              </a:spcAft>
              <a:buClr>
                <a:schemeClr val="dk1"/>
              </a:buClr>
              <a:buSzPts val="21100"/>
              <a:buFont typeface="Arial"/>
              <a:buNone/>
              <a:defRPr b="0" i="0" sz="211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2194560" y="7680967"/>
            <a:ext cx="39502080" cy="21724622"/>
          </a:xfrm>
          <a:prstGeom prst="rect">
            <a:avLst/>
          </a:prstGeom>
          <a:noFill/>
          <a:ln>
            <a:noFill/>
          </a:ln>
        </p:spPr>
        <p:txBody>
          <a:bodyPr anchorCtr="0" anchor="t" bIns="217925" lIns="435650" spcFirstLastPara="1" rIns="435650" wrap="square" tIns="217925">
            <a:normAutofit/>
          </a:bodyPr>
          <a:lstStyle>
            <a:lvl1pPr indent="-1206500" lvl="0" marL="457200" marR="0" rtl="0" algn="l">
              <a:spcBef>
                <a:spcPts val="3080"/>
              </a:spcBef>
              <a:spcAft>
                <a:spcPts val="0"/>
              </a:spcAft>
              <a:buClr>
                <a:schemeClr val="dk1"/>
              </a:buClr>
              <a:buSzPts val="15400"/>
              <a:buFont typeface="Arial"/>
              <a:buChar char="•"/>
              <a:defRPr b="0" i="0" sz="15400" u="none" cap="none" strike="noStrike">
                <a:solidFill>
                  <a:schemeClr val="dk1"/>
                </a:solidFill>
                <a:latin typeface="Arial"/>
                <a:ea typeface="Arial"/>
                <a:cs typeface="Arial"/>
                <a:sym typeface="Arial"/>
              </a:defRPr>
            </a:lvl1pPr>
            <a:lvl2pPr indent="-1079500" lvl="1" marL="914400" marR="0" rtl="0" algn="l">
              <a:spcBef>
                <a:spcPts val="2680"/>
              </a:spcBef>
              <a:spcAft>
                <a:spcPts val="0"/>
              </a:spcAft>
              <a:buClr>
                <a:schemeClr val="dk1"/>
              </a:buClr>
              <a:buSzPts val="13400"/>
              <a:buFont typeface="Arial"/>
              <a:buChar char="–"/>
              <a:defRPr b="0" i="0" sz="13400" u="none" cap="none" strike="noStrike">
                <a:solidFill>
                  <a:schemeClr val="dk1"/>
                </a:solidFill>
                <a:latin typeface="Arial"/>
                <a:ea typeface="Arial"/>
                <a:cs typeface="Arial"/>
                <a:sym typeface="Arial"/>
              </a:defRPr>
            </a:lvl2pPr>
            <a:lvl3pPr indent="-958850" lvl="2" marL="1371600" marR="0" rtl="0" algn="l">
              <a:spcBef>
                <a:spcPts val="2300"/>
              </a:spcBef>
              <a:spcAft>
                <a:spcPts val="0"/>
              </a:spcAft>
              <a:buClr>
                <a:schemeClr val="dk1"/>
              </a:buClr>
              <a:buSzPts val="11500"/>
              <a:buFont typeface="Arial"/>
              <a:buChar char="•"/>
              <a:defRPr b="0" i="0" sz="11500" u="none" cap="none" strike="noStrike">
                <a:solidFill>
                  <a:schemeClr val="dk1"/>
                </a:solidFill>
                <a:latin typeface="Arial"/>
                <a:ea typeface="Arial"/>
                <a:cs typeface="Arial"/>
                <a:sym typeface="Arial"/>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9pPr>
          </a:lstStyle>
          <a:p/>
        </p:txBody>
      </p:sp>
      <p:sp>
        <p:nvSpPr>
          <p:cNvPr id="8" name="Google Shape;8;p2"/>
          <p:cNvSpPr txBox="1"/>
          <p:nvPr>
            <p:ph idx="10" type="dt"/>
          </p:nvPr>
        </p:nvSpPr>
        <p:spPr>
          <a:xfrm>
            <a:off x="2194560" y="30510482"/>
            <a:ext cx="10241280" cy="1752600"/>
          </a:xfrm>
          <a:prstGeom prst="rect">
            <a:avLst/>
          </a:prstGeom>
          <a:noFill/>
          <a:ln>
            <a:noFill/>
          </a:ln>
        </p:spPr>
        <p:txBody>
          <a:bodyPr anchorCtr="0" anchor="ctr" bIns="217925" lIns="435650" spcFirstLastPara="1" rIns="435650" wrap="square" tIns="217925">
            <a:noAutofit/>
          </a:bodyPr>
          <a:lstStyle>
            <a:lvl1pPr lvl="0" marR="0" rtl="0" algn="l">
              <a:spcBef>
                <a:spcPts val="0"/>
              </a:spcBef>
              <a:spcAft>
                <a:spcPts val="0"/>
              </a:spcAft>
              <a:buSzPts val="1400"/>
              <a:buNone/>
              <a:defRPr b="0" i="0" sz="5800" u="none" cap="none" strike="noStrike">
                <a:solidFill>
                  <a:srgbClr val="888888"/>
                </a:solidFill>
                <a:latin typeface="Times"/>
                <a:ea typeface="Times"/>
                <a:cs typeface="Times"/>
                <a:sym typeface="Times"/>
              </a:defRPr>
            </a:lvl1pPr>
            <a:lvl2pPr lvl="1" marR="0" rtl="0" algn="l">
              <a:spcBef>
                <a:spcPts val="0"/>
              </a:spcBef>
              <a:spcAft>
                <a:spcPts val="0"/>
              </a:spcAft>
              <a:buSzPts val="1400"/>
              <a:buNone/>
              <a:defRPr b="0" i="0" sz="2400" u="none" cap="none" strike="noStrike">
                <a:solidFill>
                  <a:schemeClr val="dk1"/>
                </a:solidFill>
                <a:latin typeface="Times"/>
                <a:ea typeface="Times"/>
                <a:cs typeface="Times"/>
                <a:sym typeface="Times"/>
              </a:defRPr>
            </a:lvl2pPr>
            <a:lvl3pPr lvl="2" marR="0" rtl="0" algn="l">
              <a:spcBef>
                <a:spcPts val="0"/>
              </a:spcBef>
              <a:spcAft>
                <a:spcPts val="0"/>
              </a:spcAft>
              <a:buSzPts val="1400"/>
              <a:buNone/>
              <a:defRPr b="0" i="0" sz="2400" u="none" cap="none" strike="noStrike">
                <a:solidFill>
                  <a:schemeClr val="dk1"/>
                </a:solidFill>
                <a:latin typeface="Times"/>
                <a:ea typeface="Times"/>
                <a:cs typeface="Times"/>
                <a:sym typeface="Times"/>
              </a:defRPr>
            </a:lvl3pPr>
            <a:lvl4pPr lvl="3" marR="0" rtl="0" algn="l">
              <a:spcBef>
                <a:spcPts val="0"/>
              </a:spcBef>
              <a:spcAft>
                <a:spcPts val="0"/>
              </a:spcAft>
              <a:buSzPts val="1400"/>
              <a:buNone/>
              <a:defRPr b="0" i="0" sz="2400" u="none" cap="none" strike="noStrike">
                <a:solidFill>
                  <a:schemeClr val="dk1"/>
                </a:solidFill>
                <a:latin typeface="Times"/>
                <a:ea typeface="Times"/>
                <a:cs typeface="Times"/>
                <a:sym typeface="Times"/>
              </a:defRPr>
            </a:lvl4pPr>
            <a:lvl5pPr lvl="4" marR="0" rtl="0" algn="l">
              <a:spcBef>
                <a:spcPts val="0"/>
              </a:spcBef>
              <a:spcAft>
                <a:spcPts val="0"/>
              </a:spcAft>
              <a:buSzPts val="1400"/>
              <a:buNone/>
              <a:defRPr b="0" i="0" sz="2400" u="none" cap="none" strike="noStrike">
                <a:solidFill>
                  <a:schemeClr val="dk1"/>
                </a:solidFill>
                <a:latin typeface="Times"/>
                <a:ea typeface="Times"/>
                <a:cs typeface="Times"/>
                <a:sym typeface="Times"/>
              </a:defRPr>
            </a:lvl5pPr>
            <a:lvl6pPr lvl="5" marR="0" rtl="0" algn="l">
              <a:spcBef>
                <a:spcPts val="0"/>
              </a:spcBef>
              <a:spcAft>
                <a:spcPts val="0"/>
              </a:spcAft>
              <a:buSzPts val="1400"/>
              <a:buNone/>
              <a:defRPr b="0" i="0" sz="2400" u="none" cap="none" strike="noStrike">
                <a:solidFill>
                  <a:schemeClr val="dk1"/>
                </a:solidFill>
                <a:latin typeface="Times"/>
                <a:ea typeface="Times"/>
                <a:cs typeface="Times"/>
                <a:sym typeface="Times"/>
              </a:defRPr>
            </a:lvl6pPr>
            <a:lvl7pPr lvl="6" marR="0" rtl="0" algn="l">
              <a:spcBef>
                <a:spcPts val="0"/>
              </a:spcBef>
              <a:spcAft>
                <a:spcPts val="0"/>
              </a:spcAft>
              <a:buSzPts val="1400"/>
              <a:buNone/>
              <a:defRPr b="0" i="0" sz="2400" u="none" cap="none" strike="noStrike">
                <a:solidFill>
                  <a:schemeClr val="dk1"/>
                </a:solidFill>
                <a:latin typeface="Times"/>
                <a:ea typeface="Times"/>
                <a:cs typeface="Times"/>
                <a:sym typeface="Times"/>
              </a:defRPr>
            </a:lvl7pPr>
            <a:lvl8pPr lvl="7" marR="0" rtl="0" algn="l">
              <a:spcBef>
                <a:spcPts val="0"/>
              </a:spcBef>
              <a:spcAft>
                <a:spcPts val="0"/>
              </a:spcAft>
              <a:buSzPts val="1400"/>
              <a:buNone/>
              <a:defRPr b="0" i="0" sz="2400" u="none" cap="none" strike="noStrike">
                <a:solidFill>
                  <a:schemeClr val="dk1"/>
                </a:solidFill>
                <a:latin typeface="Times"/>
                <a:ea typeface="Times"/>
                <a:cs typeface="Times"/>
                <a:sym typeface="Times"/>
              </a:defRPr>
            </a:lvl8pPr>
            <a:lvl9pPr lvl="8" marR="0" rtl="0" algn="l">
              <a:spcBef>
                <a:spcPts val="0"/>
              </a:spcBef>
              <a:spcAft>
                <a:spcPts val="0"/>
              </a:spcAft>
              <a:buSzPts val="1400"/>
              <a:buNone/>
              <a:defRPr b="0" i="0" sz="2400" u="none" cap="none" strike="noStrike">
                <a:solidFill>
                  <a:schemeClr val="dk1"/>
                </a:solidFill>
                <a:latin typeface="Times"/>
                <a:ea typeface="Times"/>
                <a:cs typeface="Times"/>
                <a:sym typeface="Times"/>
              </a:defRPr>
            </a:lvl9pPr>
          </a:lstStyle>
          <a:p/>
        </p:txBody>
      </p:sp>
      <p:sp>
        <p:nvSpPr>
          <p:cNvPr id="9" name="Google Shape;9;p2"/>
          <p:cNvSpPr txBox="1"/>
          <p:nvPr>
            <p:ph idx="11" type="ftr"/>
          </p:nvPr>
        </p:nvSpPr>
        <p:spPr>
          <a:xfrm>
            <a:off x="14996160" y="30510482"/>
            <a:ext cx="13898880" cy="1752600"/>
          </a:xfrm>
          <a:prstGeom prst="rect">
            <a:avLst/>
          </a:prstGeom>
          <a:noFill/>
          <a:ln>
            <a:noFill/>
          </a:ln>
        </p:spPr>
        <p:txBody>
          <a:bodyPr anchorCtr="0" anchor="ctr" bIns="217925" lIns="435650" spcFirstLastPara="1" rIns="435650" wrap="square" tIns="217925">
            <a:noAutofit/>
          </a:bodyPr>
          <a:lstStyle>
            <a:lvl1pPr lvl="0" marR="0" rtl="0" algn="ctr">
              <a:spcBef>
                <a:spcPts val="0"/>
              </a:spcBef>
              <a:spcAft>
                <a:spcPts val="0"/>
              </a:spcAft>
              <a:buSzPts val="1400"/>
              <a:buNone/>
              <a:defRPr b="0" i="0" sz="5800" u="none" cap="none" strike="noStrike">
                <a:solidFill>
                  <a:srgbClr val="888888"/>
                </a:solidFill>
                <a:latin typeface="Times"/>
                <a:ea typeface="Times"/>
                <a:cs typeface="Times"/>
                <a:sym typeface="Times"/>
              </a:defRPr>
            </a:lvl1pPr>
            <a:lvl2pPr lvl="1" marR="0" rtl="0" algn="l">
              <a:spcBef>
                <a:spcPts val="0"/>
              </a:spcBef>
              <a:spcAft>
                <a:spcPts val="0"/>
              </a:spcAft>
              <a:buSzPts val="1400"/>
              <a:buNone/>
              <a:defRPr b="0" i="0" sz="2400" u="none" cap="none" strike="noStrike">
                <a:solidFill>
                  <a:schemeClr val="dk1"/>
                </a:solidFill>
                <a:latin typeface="Times"/>
                <a:ea typeface="Times"/>
                <a:cs typeface="Times"/>
                <a:sym typeface="Times"/>
              </a:defRPr>
            </a:lvl2pPr>
            <a:lvl3pPr lvl="2" marR="0" rtl="0" algn="l">
              <a:spcBef>
                <a:spcPts val="0"/>
              </a:spcBef>
              <a:spcAft>
                <a:spcPts val="0"/>
              </a:spcAft>
              <a:buSzPts val="1400"/>
              <a:buNone/>
              <a:defRPr b="0" i="0" sz="2400" u="none" cap="none" strike="noStrike">
                <a:solidFill>
                  <a:schemeClr val="dk1"/>
                </a:solidFill>
                <a:latin typeface="Times"/>
                <a:ea typeface="Times"/>
                <a:cs typeface="Times"/>
                <a:sym typeface="Times"/>
              </a:defRPr>
            </a:lvl3pPr>
            <a:lvl4pPr lvl="3" marR="0" rtl="0" algn="l">
              <a:spcBef>
                <a:spcPts val="0"/>
              </a:spcBef>
              <a:spcAft>
                <a:spcPts val="0"/>
              </a:spcAft>
              <a:buSzPts val="1400"/>
              <a:buNone/>
              <a:defRPr b="0" i="0" sz="2400" u="none" cap="none" strike="noStrike">
                <a:solidFill>
                  <a:schemeClr val="dk1"/>
                </a:solidFill>
                <a:latin typeface="Times"/>
                <a:ea typeface="Times"/>
                <a:cs typeface="Times"/>
                <a:sym typeface="Times"/>
              </a:defRPr>
            </a:lvl4pPr>
            <a:lvl5pPr lvl="4" marR="0" rtl="0" algn="l">
              <a:spcBef>
                <a:spcPts val="0"/>
              </a:spcBef>
              <a:spcAft>
                <a:spcPts val="0"/>
              </a:spcAft>
              <a:buSzPts val="1400"/>
              <a:buNone/>
              <a:defRPr b="0" i="0" sz="2400" u="none" cap="none" strike="noStrike">
                <a:solidFill>
                  <a:schemeClr val="dk1"/>
                </a:solidFill>
                <a:latin typeface="Times"/>
                <a:ea typeface="Times"/>
                <a:cs typeface="Times"/>
                <a:sym typeface="Times"/>
              </a:defRPr>
            </a:lvl5pPr>
            <a:lvl6pPr lvl="5" marR="0" rtl="0" algn="l">
              <a:spcBef>
                <a:spcPts val="0"/>
              </a:spcBef>
              <a:spcAft>
                <a:spcPts val="0"/>
              </a:spcAft>
              <a:buSzPts val="1400"/>
              <a:buNone/>
              <a:defRPr b="0" i="0" sz="2400" u="none" cap="none" strike="noStrike">
                <a:solidFill>
                  <a:schemeClr val="dk1"/>
                </a:solidFill>
                <a:latin typeface="Times"/>
                <a:ea typeface="Times"/>
                <a:cs typeface="Times"/>
                <a:sym typeface="Times"/>
              </a:defRPr>
            </a:lvl6pPr>
            <a:lvl7pPr lvl="6" marR="0" rtl="0" algn="l">
              <a:spcBef>
                <a:spcPts val="0"/>
              </a:spcBef>
              <a:spcAft>
                <a:spcPts val="0"/>
              </a:spcAft>
              <a:buSzPts val="1400"/>
              <a:buNone/>
              <a:defRPr b="0" i="0" sz="2400" u="none" cap="none" strike="noStrike">
                <a:solidFill>
                  <a:schemeClr val="dk1"/>
                </a:solidFill>
                <a:latin typeface="Times"/>
                <a:ea typeface="Times"/>
                <a:cs typeface="Times"/>
                <a:sym typeface="Times"/>
              </a:defRPr>
            </a:lvl7pPr>
            <a:lvl8pPr lvl="7" marR="0" rtl="0" algn="l">
              <a:spcBef>
                <a:spcPts val="0"/>
              </a:spcBef>
              <a:spcAft>
                <a:spcPts val="0"/>
              </a:spcAft>
              <a:buSzPts val="1400"/>
              <a:buNone/>
              <a:defRPr b="0" i="0" sz="2400" u="none" cap="none" strike="noStrike">
                <a:solidFill>
                  <a:schemeClr val="dk1"/>
                </a:solidFill>
                <a:latin typeface="Times"/>
                <a:ea typeface="Times"/>
                <a:cs typeface="Times"/>
                <a:sym typeface="Times"/>
              </a:defRPr>
            </a:lvl8pPr>
            <a:lvl9pPr lvl="8" marR="0" rtl="0" algn="l">
              <a:spcBef>
                <a:spcPts val="0"/>
              </a:spcBef>
              <a:spcAft>
                <a:spcPts val="0"/>
              </a:spcAft>
              <a:buSzPts val="1400"/>
              <a:buNone/>
              <a:defRPr b="0" i="0" sz="2400" u="none" cap="none" strike="noStrike">
                <a:solidFill>
                  <a:schemeClr val="dk1"/>
                </a:solidFill>
                <a:latin typeface="Times"/>
                <a:ea typeface="Times"/>
                <a:cs typeface="Times"/>
                <a:sym typeface="Times"/>
              </a:defRPr>
            </a:lvl9pPr>
          </a:lstStyle>
          <a:p/>
        </p:txBody>
      </p:sp>
      <p:sp>
        <p:nvSpPr>
          <p:cNvPr id="10" name="Google Shape;10;p2"/>
          <p:cNvSpPr txBox="1"/>
          <p:nvPr>
            <p:ph idx="12" type="sldNum"/>
          </p:nvPr>
        </p:nvSpPr>
        <p:spPr>
          <a:xfrm>
            <a:off x="31455360" y="30510482"/>
            <a:ext cx="10241280" cy="1752600"/>
          </a:xfrm>
          <a:prstGeom prst="rect">
            <a:avLst/>
          </a:prstGeom>
          <a:noFill/>
          <a:ln>
            <a:noFill/>
          </a:ln>
        </p:spPr>
        <p:txBody>
          <a:bodyPr anchorCtr="0" anchor="ctr" bIns="217925" lIns="435650" spcFirstLastPara="1" rIns="435650" wrap="square" tIns="217925">
            <a:noAutofit/>
          </a:bodyPr>
          <a:lstStyle>
            <a:lvl1pPr indent="0" lvl="0" marL="0" marR="0" rtl="0" algn="r">
              <a:spcBef>
                <a:spcPts val="0"/>
              </a:spcBef>
              <a:spcAft>
                <a:spcPts val="0"/>
              </a:spcAft>
              <a:buNone/>
              <a:defRPr b="0" i="0" sz="5800" u="none" cap="none" strike="noStrike">
                <a:solidFill>
                  <a:srgbClr val="888888"/>
                </a:solidFill>
                <a:latin typeface="Times"/>
                <a:ea typeface="Times"/>
                <a:cs typeface="Times"/>
                <a:sym typeface="Times"/>
              </a:defRPr>
            </a:lvl1pPr>
            <a:lvl2pPr indent="0" lvl="1" marL="0" marR="0" rtl="0" algn="r">
              <a:spcBef>
                <a:spcPts val="0"/>
              </a:spcBef>
              <a:spcAft>
                <a:spcPts val="0"/>
              </a:spcAft>
              <a:buNone/>
              <a:defRPr b="0" i="0" sz="5800" u="none" cap="none" strike="noStrike">
                <a:solidFill>
                  <a:srgbClr val="888888"/>
                </a:solidFill>
                <a:latin typeface="Times"/>
                <a:ea typeface="Times"/>
                <a:cs typeface="Times"/>
                <a:sym typeface="Times"/>
              </a:defRPr>
            </a:lvl2pPr>
            <a:lvl3pPr indent="0" lvl="2" marL="0" marR="0" rtl="0" algn="r">
              <a:spcBef>
                <a:spcPts val="0"/>
              </a:spcBef>
              <a:spcAft>
                <a:spcPts val="0"/>
              </a:spcAft>
              <a:buNone/>
              <a:defRPr b="0" i="0" sz="5800" u="none" cap="none" strike="noStrike">
                <a:solidFill>
                  <a:srgbClr val="888888"/>
                </a:solidFill>
                <a:latin typeface="Times"/>
                <a:ea typeface="Times"/>
                <a:cs typeface="Times"/>
                <a:sym typeface="Times"/>
              </a:defRPr>
            </a:lvl3pPr>
            <a:lvl4pPr indent="0" lvl="3" marL="0" marR="0" rtl="0" algn="r">
              <a:spcBef>
                <a:spcPts val="0"/>
              </a:spcBef>
              <a:spcAft>
                <a:spcPts val="0"/>
              </a:spcAft>
              <a:buNone/>
              <a:defRPr b="0" i="0" sz="5800" u="none" cap="none" strike="noStrike">
                <a:solidFill>
                  <a:srgbClr val="888888"/>
                </a:solidFill>
                <a:latin typeface="Times"/>
                <a:ea typeface="Times"/>
                <a:cs typeface="Times"/>
                <a:sym typeface="Times"/>
              </a:defRPr>
            </a:lvl4pPr>
            <a:lvl5pPr indent="0" lvl="4" marL="0" marR="0" rtl="0" algn="r">
              <a:spcBef>
                <a:spcPts val="0"/>
              </a:spcBef>
              <a:spcAft>
                <a:spcPts val="0"/>
              </a:spcAft>
              <a:buNone/>
              <a:defRPr b="0" i="0" sz="5800" u="none" cap="none" strike="noStrike">
                <a:solidFill>
                  <a:srgbClr val="888888"/>
                </a:solidFill>
                <a:latin typeface="Times"/>
                <a:ea typeface="Times"/>
                <a:cs typeface="Times"/>
                <a:sym typeface="Times"/>
              </a:defRPr>
            </a:lvl5pPr>
            <a:lvl6pPr indent="0" lvl="5" marL="0" marR="0" rtl="0" algn="r">
              <a:spcBef>
                <a:spcPts val="0"/>
              </a:spcBef>
              <a:spcAft>
                <a:spcPts val="0"/>
              </a:spcAft>
              <a:buNone/>
              <a:defRPr b="0" i="0" sz="5800" u="none" cap="none" strike="noStrike">
                <a:solidFill>
                  <a:srgbClr val="888888"/>
                </a:solidFill>
                <a:latin typeface="Times"/>
                <a:ea typeface="Times"/>
                <a:cs typeface="Times"/>
                <a:sym typeface="Times"/>
              </a:defRPr>
            </a:lvl6pPr>
            <a:lvl7pPr indent="0" lvl="6" marL="0" marR="0" rtl="0" algn="r">
              <a:spcBef>
                <a:spcPts val="0"/>
              </a:spcBef>
              <a:spcAft>
                <a:spcPts val="0"/>
              </a:spcAft>
              <a:buNone/>
              <a:defRPr b="0" i="0" sz="5800" u="none" cap="none" strike="noStrike">
                <a:solidFill>
                  <a:srgbClr val="888888"/>
                </a:solidFill>
                <a:latin typeface="Times"/>
                <a:ea typeface="Times"/>
                <a:cs typeface="Times"/>
                <a:sym typeface="Times"/>
              </a:defRPr>
            </a:lvl7pPr>
            <a:lvl8pPr indent="0" lvl="7" marL="0" marR="0" rtl="0" algn="r">
              <a:spcBef>
                <a:spcPts val="0"/>
              </a:spcBef>
              <a:spcAft>
                <a:spcPts val="0"/>
              </a:spcAft>
              <a:buNone/>
              <a:defRPr b="0" i="0" sz="5800" u="none" cap="none" strike="noStrike">
                <a:solidFill>
                  <a:srgbClr val="888888"/>
                </a:solidFill>
                <a:latin typeface="Times"/>
                <a:ea typeface="Times"/>
                <a:cs typeface="Times"/>
                <a:sym typeface="Times"/>
              </a:defRPr>
            </a:lvl8pPr>
            <a:lvl9pPr indent="0" lvl="8" marL="0" marR="0" rtl="0" algn="r">
              <a:spcBef>
                <a:spcPts val="0"/>
              </a:spcBef>
              <a:spcAft>
                <a:spcPts val="0"/>
              </a:spcAft>
              <a:buNone/>
              <a:defRPr b="0" i="0" sz="5800" u="none" cap="none" strike="noStrike">
                <a:solidFill>
                  <a:srgbClr val="888888"/>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0.png"/><Relationship Id="rId13" Type="http://schemas.openxmlformats.org/officeDocument/2006/relationships/image" Target="../media/image4.png"/><Relationship Id="rId12"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041C42"/>
        </a:solidFill>
      </p:bgPr>
    </p:bg>
    <p:spTree>
      <p:nvGrpSpPr>
        <p:cNvPr id="83" name="Shape 83"/>
        <p:cNvGrpSpPr/>
        <p:nvPr/>
      </p:nvGrpSpPr>
      <p:grpSpPr>
        <a:xfrm>
          <a:off x="0" y="0"/>
          <a:ext cx="0" cy="0"/>
          <a:chOff x="0" y="0"/>
          <a:chExt cx="0" cy="0"/>
        </a:xfrm>
      </p:grpSpPr>
      <p:sp>
        <p:nvSpPr>
          <p:cNvPr id="84" name="Google Shape;84;p1"/>
          <p:cNvSpPr/>
          <p:nvPr/>
        </p:nvSpPr>
        <p:spPr>
          <a:xfrm>
            <a:off x="33212500" y="24391500"/>
            <a:ext cx="9459600" cy="7376400"/>
          </a:xfrm>
          <a:prstGeom prst="rect">
            <a:avLst/>
          </a:prstGeom>
          <a:solidFill>
            <a:schemeClr val="dk2"/>
          </a:solidFill>
          <a:ln cap="flat" cmpd="sng" w="9525">
            <a:solidFill>
              <a:srgbClr val="0087EE"/>
            </a:solidFill>
            <a:prstDash val="solid"/>
            <a:round/>
            <a:headEnd len="sm" w="sm" type="none"/>
            <a:tailEnd len="sm" w="sm" type="none"/>
          </a:ln>
          <a:effectLst>
            <a:outerShdw blurRad="40000" rotWithShape="0" dir="5400000" dist="20000">
              <a:srgbClr val="000000">
                <a:alpha val="37647"/>
              </a:srgbClr>
            </a:outerShdw>
          </a:effectLst>
        </p:spPr>
        <p:txBody>
          <a:bodyPr anchorCtr="0" anchor="t" bIns="182700" lIns="182700" spcFirstLastPara="1" rIns="182700" wrap="square" tIns="182700">
            <a:noAutofit/>
          </a:bodyPr>
          <a:lstStyle/>
          <a:p>
            <a:pPr indent="0" lvl="0" marL="0" marR="0" rtl="0" algn="l">
              <a:spcBef>
                <a:spcPts val="0"/>
              </a:spcBef>
              <a:spcAft>
                <a:spcPts val="0"/>
              </a:spcAft>
              <a:buNone/>
            </a:pPr>
            <a:r>
              <a:rPr lang="en-US" sz="2300">
                <a:solidFill>
                  <a:schemeClr val="lt1"/>
                </a:solidFill>
                <a:latin typeface="Times"/>
                <a:ea typeface="Times"/>
                <a:cs typeface="Times"/>
                <a:sym typeface="Times"/>
              </a:rPr>
              <a:t>Dong, X., Zhao, X., Peng, F., &amp; Wang, D. (2020). Population based Air Pollution Exposure and its influence factors by Integrating Air Dispersion Modeling with GIS Spatial Analysis. Scientific Reports, 10(1), 1–12. https://doi.org/10.1038/s41598-019-57385-9</a:t>
            </a:r>
            <a:endParaRPr sz="2300">
              <a:solidFill>
                <a:schemeClr val="lt1"/>
              </a:solidFill>
              <a:latin typeface="Times"/>
              <a:ea typeface="Times"/>
              <a:cs typeface="Times"/>
              <a:sym typeface="Times"/>
            </a:endParaRPr>
          </a:p>
          <a:p>
            <a:pPr indent="0" lvl="0" marL="0" marR="0" rtl="0" algn="l">
              <a:spcBef>
                <a:spcPts val="0"/>
              </a:spcBef>
              <a:spcAft>
                <a:spcPts val="0"/>
              </a:spcAft>
              <a:buNone/>
            </a:pPr>
            <a:r>
              <a:rPr lang="en-US" sz="2300">
                <a:solidFill>
                  <a:schemeClr val="lt1"/>
                </a:solidFill>
                <a:latin typeface="Times"/>
                <a:ea typeface="Times"/>
                <a:cs typeface="Times"/>
                <a:sym typeface="Times"/>
              </a:rPr>
              <a:t>Johannson, K. A., Balmes, J. R., &amp; Collard, H. R. (2015). Air Pollution Exposure. Chest, 147(4), 1161–1167. https://doi.org/10.1378/chest.14-1299 </a:t>
            </a:r>
            <a:endParaRPr sz="2300">
              <a:solidFill>
                <a:schemeClr val="lt1"/>
              </a:solidFill>
              <a:latin typeface="Times"/>
              <a:ea typeface="Times"/>
              <a:cs typeface="Times"/>
              <a:sym typeface="Times"/>
            </a:endParaRPr>
          </a:p>
          <a:p>
            <a:pPr indent="0" lvl="0" marL="0" marR="0" rtl="0" algn="l">
              <a:spcBef>
                <a:spcPts val="0"/>
              </a:spcBef>
              <a:spcAft>
                <a:spcPts val="0"/>
              </a:spcAft>
              <a:buNone/>
            </a:pPr>
            <a:r>
              <a:rPr lang="en-US" sz="2300">
                <a:solidFill>
                  <a:schemeClr val="lt1"/>
                </a:solidFill>
                <a:latin typeface="Times"/>
                <a:ea typeface="Times"/>
                <a:cs typeface="Times"/>
                <a:sym typeface="Times"/>
              </a:rPr>
              <a:t>Wilson SM, Fraser-Rahim H, Williams E, Zhang H, Rice L, Svendsen E, Abara W. Assessment of the distribution of toxic release inventory facilities in metropolitan Charleston: an environmental justice case study. Am J Public Health. 2012 Oct;102(10):1974-80. doi: 10.2105/AJPH.2012.300700. Epub 2012 Aug 16. PMID: 22897529; PMCID: PMC3490646.</a:t>
            </a:r>
            <a:endParaRPr sz="2300">
              <a:solidFill>
                <a:schemeClr val="lt1"/>
              </a:solidFill>
              <a:latin typeface="Times"/>
              <a:ea typeface="Times"/>
              <a:cs typeface="Times"/>
              <a:sym typeface="Times"/>
            </a:endParaRPr>
          </a:p>
          <a:p>
            <a:pPr indent="0" lvl="0" marL="0" marR="0" rtl="0" algn="l">
              <a:spcBef>
                <a:spcPts val="0"/>
              </a:spcBef>
              <a:spcAft>
                <a:spcPts val="0"/>
              </a:spcAft>
              <a:buNone/>
            </a:pPr>
            <a:r>
              <a:rPr lang="en-US" sz="2300">
                <a:solidFill>
                  <a:schemeClr val="lt1"/>
                </a:solidFill>
                <a:latin typeface="Times"/>
                <a:ea typeface="Times"/>
                <a:cs typeface="Times"/>
                <a:sym typeface="Times"/>
              </a:rPr>
              <a:t>Xie, X., Semanjski, I., Gautama, S., Tsiligianni, E., Deligiannis, N., Rajan, R., Pasveer, F., &amp; Philips, W. (2017). A Review of Urban Air Pollution Monitoring and Exposure Assessment Methods. ISPRS International Journal of Geo-Information, 6(12), 389. https://doi.org/10.3390/ijgi6120389</a:t>
            </a:r>
            <a:endParaRPr sz="2300">
              <a:solidFill>
                <a:schemeClr val="lt1"/>
              </a:solidFill>
              <a:latin typeface="Times"/>
              <a:ea typeface="Times"/>
              <a:cs typeface="Times"/>
              <a:sym typeface="Times"/>
            </a:endParaRPr>
          </a:p>
          <a:p>
            <a:pPr indent="0" lvl="0" marL="0" marR="0" rtl="0" algn="l">
              <a:spcBef>
                <a:spcPts val="0"/>
              </a:spcBef>
              <a:spcAft>
                <a:spcPts val="0"/>
              </a:spcAft>
              <a:buNone/>
            </a:pPr>
            <a:r>
              <a:rPr lang="en-US" sz="2300">
                <a:solidFill>
                  <a:schemeClr val="lt1"/>
                </a:solidFill>
                <a:latin typeface="Times"/>
                <a:ea typeface="Times"/>
                <a:cs typeface="Times"/>
                <a:sym typeface="Times"/>
              </a:rPr>
              <a:t>Zou, B., Peng, F., Chen, S. X., &amp; Luo, Y. Q. (2012). A GIS-Aided Method for Assessing High-Resolution Population Exposure to Environmental Pollutants. Advanced Materials Research, 610-613, 3738–3741. https://doi.org/10.4028/www.scientific.net/amr.610-613.3738</a:t>
            </a:r>
            <a:endParaRPr sz="2300">
              <a:solidFill>
                <a:schemeClr val="lt1"/>
              </a:solidFill>
              <a:latin typeface="Times"/>
              <a:ea typeface="Times"/>
              <a:cs typeface="Times"/>
              <a:sym typeface="Times"/>
            </a:endParaRPr>
          </a:p>
        </p:txBody>
      </p:sp>
      <p:sp>
        <p:nvSpPr>
          <p:cNvPr id="85" name="Google Shape;85;p1"/>
          <p:cNvSpPr/>
          <p:nvPr/>
        </p:nvSpPr>
        <p:spPr>
          <a:xfrm>
            <a:off x="33212500" y="18618200"/>
            <a:ext cx="9497700" cy="4605900"/>
          </a:xfrm>
          <a:prstGeom prst="rect">
            <a:avLst/>
          </a:prstGeom>
          <a:solidFill>
            <a:schemeClr val="dk2"/>
          </a:solidFill>
          <a:ln cap="flat" cmpd="sng" w="9525">
            <a:solidFill>
              <a:srgbClr val="0087EE"/>
            </a:solidFill>
            <a:prstDash val="solid"/>
            <a:round/>
            <a:headEnd len="sm" w="sm" type="none"/>
            <a:tailEnd len="sm" w="sm" type="none"/>
          </a:ln>
          <a:effectLst>
            <a:outerShdw blurRad="40000" rotWithShape="0" dir="5400000" dist="20000">
              <a:srgbClr val="000000">
                <a:alpha val="37647"/>
              </a:srgbClr>
            </a:outerShdw>
          </a:effectLst>
        </p:spPr>
        <p:txBody>
          <a:bodyPr anchorCtr="0" anchor="t" bIns="182700" lIns="182700" spcFirstLastPara="1" rIns="182700" wrap="square" tIns="182700">
            <a:noAutofit/>
          </a:bodyPr>
          <a:lstStyle/>
          <a:p>
            <a:pPr indent="-406400" lvl="0" marL="457200" marR="0" rtl="0" algn="l">
              <a:spcBef>
                <a:spcPts val="0"/>
              </a:spcBef>
              <a:spcAft>
                <a:spcPts val="0"/>
              </a:spcAft>
              <a:buClr>
                <a:schemeClr val="dk1"/>
              </a:buClr>
              <a:buSzPts val="2800"/>
              <a:buFont typeface="Times"/>
              <a:buChar char="●"/>
            </a:pPr>
            <a:r>
              <a:rPr lang="en-US" sz="2800">
                <a:solidFill>
                  <a:schemeClr val="dk1"/>
                </a:solidFill>
                <a:latin typeface="Times"/>
                <a:ea typeface="Times"/>
                <a:cs typeface="Times"/>
                <a:sym typeface="Times"/>
              </a:rPr>
              <a:t>Intense research into the types of pollutant</a:t>
            </a:r>
            <a:endParaRPr sz="2800">
              <a:solidFill>
                <a:schemeClr val="dk1"/>
              </a:solidFill>
              <a:latin typeface="Times"/>
              <a:ea typeface="Times"/>
              <a:cs typeface="Times"/>
              <a:sym typeface="Times"/>
            </a:endParaRPr>
          </a:p>
          <a:p>
            <a:pPr indent="-406400" lvl="0" marL="457200" marR="0" rtl="0" algn="l">
              <a:spcBef>
                <a:spcPts val="0"/>
              </a:spcBef>
              <a:spcAft>
                <a:spcPts val="0"/>
              </a:spcAft>
              <a:buClr>
                <a:schemeClr val="dk1"/>
              </a:buClr>
              <a:buSzPts val="2800"/>
              <a:buFont typeface="Times"/>
              <a:buChar char="●"/>
            </a:pPr>
            <a:r>
              <a:rPr lang="en-US" sz="2800">
                <a:solidFill>
                  <a:schemeClr val="dk1"/>
                </a:solidFill>
                <a:latin typeface="Times"/>
                <a:ea typeface="Times"/>
                <a:cs typeface="Times"/>
                <a:sym typeface="Times"/>
              </a:rPr>
              <a:t>Narrowing down to the population specifics (Pregnant women, children, seniors etc)</a:t>
            </a:r>
            <a:endParaRPr sz="2800">
              <a:solidFill>
                <a:schemeClr val="dk1"/>
              </a:solidFill>
              <a:latin typeface="Times"/>
              <a:ea typeface="Times"/>
              <a:cs typeface="Times"/>
              <a:sym typeface="Times"/>
            </a:endParaRPr>
          </a:p>
          <a:p>
            <a:pPr indent="-406400" lvl="0" marL="457200" marR="0" rtl="0" algn="l">
              <a:spcBef>
                <a:spcPts val="0"/>
              </a:spcBef>
              <a:spcAft>
                <a:spcPts val="0"/>
              </a:spcAft>
              <a:buClr>
                <a:schemeClr val="dk1"/>
              </a:buClr>
              <a:buSzPts val="2800"/>
              <a:buFont typeface="Times"/>
              <a:buChar char="●"/>
            </a:pPr>
            <a:r>
              <a:rPr lang="en-US" sz="2800">
                <a:solidFill>
                  <a:schemeClr val="dk1"/>
                </a:solidFill>
                <a:latin typeface="Times"/>
                <a:ea typeface="Times"/>
                <a:cs typeface="Times"/>
                <a:sym typeface="Times"/>
              </a:rPr>
              <a:t>Investigate the reduction in TRI stations</a:t>
            </a:r>
            <a:endParaRPr sz="2800">
              <a:solidFill>
                <a:schemeClr val="dk1"/>
              </a:solidFill>
              <a:latin typeface="Times"/>
              <a:ea typeface="Times"/>
              <a:cs typeface="Times"/>
              <a:sym typeface="Times"/>
            </a:endParaRPr>
          </a:p>
          <a:p>
            <a:pPr indent="-406400" lvl="0" marL="457200" marR="0" rtl="0" algn="l">
              <a:spcBef>
                <a:spcPts val="0"/>
              </a:spcBef>
              <a:spcAft>
                <a:spcPts val="0"/>
              </a:spcAft>
              <a:buClr>
                <a:schemeClr val="dk1"/>
              </a:buClr>
              <a:buSzPts val="2800"/>
              <a:buFont typeface="Times"/>
              <a:buChar char="●"/>
            </a:pPr>
            <a:r>
              <a:rPr lang="en-US" sz="2800">
                <a:solidFill>
                  <a:schemeClr val="dk1"/>
                </a:solidFill>
                <a:latin typeface="Times"/>
                <a:ea typeface="Times"/>
                <a:cs typeface="Times"/>
                <a:sym typeface="Times"/>
              </a:rPr>
              <a:t>Continuous Risk assessment</a:t>
            </a:r>
            <a:endParaRPr sz="2800">
              <a:solidFill>
                <a:schemeClr val="dk1"/>
              </a:solidFill>
              <a:latin typeface="Times"/>
              <a:ea typeface="Times"/>
              <a:cs typeface="Times"/>
              <a:sym typeface="Times"/>
            </a:endParaRPr>
          </a:p>
          <a:p>
            <a:pPr indent="-406400" lvl="0" marL="457200" marR="0" rtl="0" algn="l">
              <a:spcBef>
                <a:spcPts val="0"/>
              </a:spcBef>
              <a:spcAft>
                <a:spcPts val="0"/>
              </a:spcAft>
              <a:buClr>
                <a:schemeClr val="dk1"/>
              </a:buClr>
              <a:buSzPts val="2800"/>
              <a:buFont typeface="Times"/>
              <a:buChar char="●"/>
            </a:pPr>
            <a:r>
              <a:rPr lang="en-US" sz="2800">
                <a:solidFill>
                  <a:schemeClr val="dk1"/>
                </a:solidFill>
                <a:latin typeface="Times"/>
                <a:ea typeface="Times"/>
                <a:cs typeface="Times"/>
                <a:sym typeface="Times"/>
              </a:rPr>
              <a:t>Including other counties in further research</a:t>
            </a:r>
            <a:endParaRPr sz="2800">
              <a:solidFill>
                <a:schemeClr val="dk1"/>
              </a:solidFill>
              <a:latin typeface="Times"/>
              <a:ea typeface="Times"/>
              <a:cs typeface="Times"/>
              <a:sym typeface="Times"/>
            </a:endParaRPr>
          </a:p>
          <a:p>
            <a:pPr indent="-406400" lvl="0" marL="457200" marR="0" rtl="0" algn="l">
              <a:spcBef>
                <a:spcPts val="0"/>
              </a:spcBef>
              <a:spcAft>
                <a:spcPts val="0"/>
              </a:spcAft>
              <a:buClr>
                <a:schemeClr val="dk1"/>
              </a:buClr>
              <a:buSzPts val="2800"/>
              <a:buFont typeface="Times"/>
              <a:buChar char="●"/>
            </a:pPr>
            <a:r>
              <a:rPr lang="en-US" sz="2800">
                <a:solidFill>
                  <a:schemeClr val="dk1"/>
                </a:solidFill>
                <a:latin typeface="Times"/>
                <a:ea typeface="Times"/>
                <a:cs typeface="Times"/>
                <a:sym typeface="Times"/>
              </a:rPr>
              <a:t>Statistical analysis</a:t>
            </a:r>
            <a:endParaRPr sz="2800">
              <a:solidFill>
                <a:schemeClr val="dk1"/>
              </a:solidFill>
              <a:latin typeface="Times"/>
              <a:ea typeface="Times"/>
              <a:cs typeface="Times"/>
              <a:sym typeface="Times"/>
            </a:endParaRPr>
          </a:p>
          <a:p>
            <a:pPr indent="-406400" lvl="0" marL="457200" marR="0" rtl="0" algn="l">
              <a:spcBef>
                <a:spcPts val="0"/>
              </a:spcBef>
              <a:spcAft>
                <a:spcPts val="0"/>
              </a:spcAft>
              <a:buClr>
                <a:schemeClr val="dk1"/>
              </a:buClr>
              <a:buSzPts val="2800"/>
              <a:buFont typeface="Times"/>
              <a:buChar char="●"/>
            </a:pPr>
            <a:r>
              <a:rPr lang="en-US" sz="2800">
                <a:solidFill>
                  <a:schemeClr val="dk1"/>
                </a:solidFill>
                <a:latin typeface="Times"/>
                <a:ea typeface="Times"/>
                <a:cs typeface="Times"/>
                <a:sym typeface="Times"/>
              </a:rPr>
              <a:t>Public awareness</a:t>
            </a:r>
            <a:endParaRPr sz="2800">
              <a:solidFill>
                <a:schemeClr val="dk1"/>
              </a:solidFill>
              <a:latin typeface="Times"/>
              <a:ea typeface="Times"/>
              <a:cs typeface="Times"/>
              <a:sym typeface="Times"/>
            </a:endParaRPr>
          </a:p>
          <a:p>
            <a:pPr indent="0" lvl="0" marL="0" marR="0" rtl="0" algn="l">
              <a:spcBef>
                <a:spcPts val="0"/>
              </a:spcBef>
              <a:spcAft>
                <a:spcPts val="0"/>
              </a:spcAft>
              <a:buNone/>
            </a:pPr>
            <a:r>
              <a:t/>
            </a:r>
            <a:endParaRPr sz="2800">
              <a:solidFill>
                <a:schemeClr val="dk1"/>
              </a:solidFill>
              <a:latin typeface="Times"/>
              <a:ea typeface="Times"/>
              <a:cs typeface="Times"/>
              <a:sym typeface="Times"/>
            </a:endParaRPr>
          </a:p>
        </p:txBody>
      </p:sp>
      <p:sp>
        <p:nvSpPr>
          <p:cNvPr id="86" name="Google Shape;86;p1"/>
          <p:cNvSpPr/>
          <p:nvPr/>
        </p:nvSpPr>
        <p:spPr>
          <a:xfrm>
            <a:off x="33121825" y="7915275"/>
            <a:ext cx="9626400" cy="8544000"/>
          </a:xfrm>
          <a:prstGeom prst="rect">
            <a:avLst/>
          </a:prstGeom>
          <a:solidFill>
            <a:schemeClr val="dk2"/>
          </a:solidFill>
          <a:ln cap="flat" cmpd="sng" w="9525">
            <a:solidFill>
              <a:srgbClr val="0087EE"/>
            </a:solidFill>
            <a:prstDash val="solid"/>
            <a:round/>
            <a:headEnd len="sm" w="sm" type="none"/>
            <a:tailEnd len="sm" w="sm" type="none"/>
          </a:ln>
          <a:effectLst>
            <a:outerShdw blurRad="40000" rotWithShape="0" dir="5400000" dist="20000">
              <a:srgbClr val="000000">
                <a:alpha val="37647"/>
              </a:srgbClr>
            </a:outerShdw>
          </a:effectLst>
        </p:spPr>
        <p:txBody>
          <a:bodyPr anchorCtr="0" anchor="t" bIns="182700" lIns="182700" spcFirstLastPara="1" rIns="182700" wrap="square" tIns="182700">
            <a:noAutofit/>
          </a:bodyPr>
          <a:lstStyle/>
          <a:p>
            <a:pPr indent="0" lvl="0" marL="0" marR="0" rtl="0" algn="l">
              <a:spcBef>
                <a:spcPts val="0"/>
              </a:spcBef>
              <a:spcAft>
                <a:spcPts val="0"/>
              </a:spcAft>
              <a:buNone/>
            </a:pPr>
            <a:r>
              <a:rPr lang="en-US" sz="2900">
                <a:solidFill>
                  <a:schemeClr val="dk1"/>
                </a:solidFill>
                <a:latin typeface="Times"/>
                <a:ea typeface="Times"/>
                <a:cs typeface="Times"/>
                <a:sym typeface="Times"/>
              </a:rPr>
              <a:t>There are more TRI stations in 2010 (143) than in 2020 (109).</a:t>
            </a:r>
            <a:endParaRPr sz="2900">
              <a:solidFill>
                <a:schemeClr val="dk1"/>
              </a:solidFill>
              <a:latin typeface="Times"/>
              <a:ea typeface="Times"/>
              <a:cs typeface="Times"/>
              <a:sym typeface="Times"/>
            </a:endParaRPr>
          </a:p>
          <a:p>
            <a:pPr indent="0" lvl="0" marL="0" marR="0" rtl="0" algn="l">
              <a:spcBef>
                <a:spcPts val="0"/>
              </a:spcBef>
              <a:spcAft>
                <a:spcPts val="0"/>
              </a:spcAft>
              <a:buNone/>
            </a:pPr>
            <a:r>
              <a:rPr lang="en-US" sz="2900">
                <a:solidFill>
                  <a:schemeClr val="dk1"/>
                </a:solidFill>
                <a:latin typeface="Times"/>
                <a:ea typeface="Times"/>
                <a:cs typeface="Times"/>
                <a:sym typeface="Times"/>
              </a:rPr>
              <a:t>There is a reduction in the number of people exposed in 2010 to 2020 but the spatial distribution is a concern. Bulloch county seem to be more at risk than Effingham( Wood product from statesboro).The hyundai plant in Bryan county seems to be introducing more pollutant (Fabricated metal). Population is not entirely correlated with the population at risk. There is a possible indication of Covid.</a:t>
            </a:r>
            <a:endParaRPr sz="2900">
              <a:solidFill>
                <a:schemeClr val="dk1"/>
              </a:solidFill>
              <a:latin typeface="Times"/>
              <a:ea typeface="Times"/>
              <a:cs typeface="Times"/>
              <a:sym typeface="Times"/>
            </a:endParaRPr>
          </a:p>
          <a:p>
            <a:pPr indent="0" lvl="0" marL="0" marR="0" rtl="0" algn="l">
              <a:spcBef>
                <a:spcPts val="0"/>
              </a:spcBef>
              <a:spcAft>
                <a:spcPts val="0"/>
              </a:spcAft>
              <a:buNone/>
            </a:pPr>
            <a:r>
              <a:t/>
            </a:r>
            <a:endParaRPr sz="2900">
              <a:solidFill>
                <a:schemeClr val="dk1"/>
              </a:solidFill>
              <a:latin typeface="Times"/>
              <a:ea typeface="Times"/>
              <a:cs typeface="Times"/>
              <a:sym typeface="Times"/>
            </a:endParaRPr>
          </a:p>
          <a:p>
            <a:pPr indent="0" lvl="0" marL="0" marR="0" rtl="0" algn="l">
              <a:spcBef>
                <a:spcPts val="0"/>
              </a:spcBef>
              <a:spcAft>
                <a:spcPts val="0"/>
              </a:spcAft>
              <a:buNone/>
            </a:pPr>
            <a:r>
              <a:t/>
            </a:r>
            <a:endParaRPr sz="2900">
              <a:solidFill>
                <a:schemeClr val="dk1"/>
              </a:solidFill>
              <a:latin typeface="Times"/>
              <a:ea typeface="Times"/>
              <a:cs typeface="Times"/>
              <a:sym typeface="Times"/>
            </a:endParaRPr>
          </a:p>
          <a:p>
            <a:pPr indent="0" lvl="0" marL="0" marR="0" rtl="0" algn="l">
              <a:spcBef>
                <a:spcPts val="0"/>
              </a:spcBef>
              <a:spcAft>
                <a:spcPts val="0"/>
              </a:spcAft>
              <a:buNone/>
            </a:pPr>
            <a:r>
              <a:t/>
            </a:r>
            <a:endParaRPr sz="2900">
              <a:solidFill>
                <a:schemeClr val="dk1"/>
              </a:solidFill>
              <a:latin typeface="Times"/>
              <a:ea typeface="Times"/>
              <a:cs typeface="Times"/>
              <a:sym typeface="Times"/>
            </a:endParaRPr>
          </a:p>
        </p:txBody>
      </p:sp>
      <p:sp>
        <p:nvSpPr>
          <p:cNvPr id="87" name="Google Shape;87;p1"/>
          <p:cNvSpPr/>
          <p:nvPr/>
        </p:nvSpPr>
        <p:spPr>
          <a:xfrm>
            <a:off x="16415825" y="7777351"/>
            <a:ext cx="14516100" cy="6702900"/>
          </a:xfrm>
          <a:prstGeom prst="rect">
            <a:avLst/>
          </a:prstGeom>
          <a:solidFill>
            <a:schemeClr val="dk2"/>
          </a:solidFill>
          <a:ln cap="flat" cmpd="sng" w="9525">
            <a:solidFill>
              <a:srgbClr val="0087EE"/>
            </a:solidFill>
            <a:prstDash val="solid"/>
            <a:round/>
            <a:headEnd len="sm" w="sm" type="none"/>
            <a:tailEnd len="sm" w="sm" type="none"/>
          </a:ln>
          <a:effectLst>
            <a:outerShdw blurRad="40000" rotWithShape="0" dir="5400000" dist="20000">
              <a:srgbClr val="000000">
                <a:alpha val="37650"/>
              </a:srgbClr>
            </a:outerShdw>
          </a:effectLst>
        </p:spPr>
        <p:txBody>
          <a:bodyPr anchorCtr="0" anchor="t" bIns="182700" lIns="182700" spcFirstLastPara="1" rIns="182875" wrap="square" tIns="182700">
            <a:noAutofit/>
          </a:bodyPr>
          <a:lstStyle/>
          <a:p>
            <a:pPr indent="0" lvl="0" marL="0" marR="0" rtl="0" algn="l">
              <a:spcBef>
                <a:spcPts val="0"/>
              </a:spcBef>
              <a:spcAft>
                <a:spcPts val="0"/>
              </a:spcAft>
              <a:buNone/>
            </a:pPr>
            <a:r>
              <a:t/>
            </a:r>
            <a:endParaRPr sz="2800">
              <a:solidFill>
                <a:schemeClr val="dk1"/>
              </a:solidFill>
              <a:latin typeface="Times"/>
              <a:ea typeface="Times"/>
              <a:cs typeface="Times"/>
              <a:sym typeface="Times"/>
            </a:endParaRPr>
          </a:p>
          <a:p>
            <a:pPr indent="0" lvl="0" marL="0" marR="0" rtl="0" algn="l">
              <a:spcBef>
                <a:spcPts val="0"/>
              </a:spcBef>
              <a:spcAft>
                <a:spcPts val="0"/>
              </a:spcAft>
              <a:buNone/>
            </a:pPr>
            <a:r>
              <a:t/>
            </a:r>
            <a:endParaRPr sz="2800">
              <a:solidFill>
                <a:schemeClr val="dk1"/>
              </a:solidFill>
              <a:latin typeface="Times"/>
              <a:ea typeface="Times"/>
              <a:cs typeface="Times"/>
              <a:sym typeface="Times"/>
            </a:endParaRPr>
          </a:p>
        </p:txBody>
      </p:sp>
      <p:sp>
        <p:nvSpPr>
          <p:cNvPr id="88" name="Google Shape;88;p1"/>
          <p:cNvSpPr/>
          <p:nvPr/>
        </p:nvSpPr>
        <p:spPr>
          <a:xfrm>
            <a:off x="14584675" y="15748050"/>
            <a:ext cx="18295800" cy="16020000"/>
          </a:xfrm>
          <a:prstGeom prst="rect">
            <a:avLst/>
          </a:prstGeom>
          <a:solidFill>
            <a:schemeClr val="dk2"/>
          </a:solidFill>
          <a:ln cap="flat" cmpd="sng" w="9525">
            <a:solidFill>
              <a:srgbClr val="0087EE"/>
            </a:solidFill>
            <a:prstDash val="solid"/>
            <a:round/>
            <a:headEnd len="sm" w="sm" type="none"/>
            <a:tailEnd len="sm" w="sm" type="none"/>
          </a:ln>
          <a:effectLst>
            <a:outerShdw blurRad="40000" rotWithShape="0" dir="5400000" dist="20000">
              <a:srgbClr val="000000">
                <a:alpha val="37647"/>
              </a:srgbClr>
            </a:outerShdw>
          </a:effectLst>
        </p:spPr>
        <p:txBody>
          <a:bodyPr anchorCtr="0" anchor="t" bIns="182700" lIns="182700" spcFirstLastPara="1" rIns="182700" wrap="square" tIns="182700">
            <a:noAutofit/>
          </a:bodyPr>
          <a:lstStyle/>
          <a:p>
            <a:pPr indent="0" lvl="0" marL="0" marR="0" rtl="0" algn="l">
              <a:spcBef>
                <a:spcPts val="0"/>
              </a:spcBef>
              <a:spcAft>
                <a:spcPts val="0"/>
              </a:spcAft>
              <a:buNone/>
            </a:pPr>
            <a:r>
              <a:t/>
            </a:r>
            <a:endParaRPr/>
          </a:p>
        </p:txBody>
      </p:sp>
      <p:sp>
        <p:nvSpPr>
          <p:cNvPr id="89" name="Google Shape;89;p1"/>
          <p:cNvSpPr/>
          <p:nvPr/>
        </p:nvSpPr>
        <p:spPr>
          <a:xfrm>
            <a:off x="1135750" y="23223950"/>
            <a:ext cx="6381900" cy="8544000"/>
          </a:xfrm>
          <a:prstGeom prst="rect">
            <a:avLst/>
          </a:prstGeom>
          <a:solidFill>
            <a:schemeClr val="dk2"/>
          </a:solidFill>
          <a:ln cap="flat" cmpd="sng" w="9525">
            <a:solidFill>
              <a:srgbClr val="0087EE"/>
            </a:solidFill>
            <a:prstDash val="solid"/>
            <a:round/>
            <a:headEnd len="sm" w="sm" type="none"/>
            <a:tailEnd len="sm" w="sm" type="none"/>
          </a:ln>
          <a:effectLst>
            <a:outerShdw blurRad="40000" rotWithShape="0" dir="5400000" dist="20000">
              <a:srgbClr val="000000">
                <a:alpha val="37647"/>
              </a:srgbClr>
            </a:outerShdw>
          </a:effectLst>
        </p:spPr>
        <p:txBody>
          <a:bodyPr anchorCtr="0" anchor="t" bIns="182700" lIns="182700" spcFirstLastPara="1" rIns="182700" wrap="square" tIns="182700">
            <a:noAutofit/>
          </a:bodyPr>
          <a:lstStyle/>
          <a:p>
            <a:pPr indent="0" lvl="0" marL="0" marR="0" rtl="0" algn="l">
              <a:spcBef>
                <a:spcPts val="0"/>
              </a:spcBef>
              <a:spcAft>
                <a:spcPts val="0"/>
              </a:spcAft>
              <a:buNone/>
            </a:pPr>
            <a:r>
              <a:rPr lang="en-US" sz="2800">
                <a:solidFill>
                  <a:schemeClr val="dk1"/>
                </a:solidFill>
                <a:latin typeface="Times"/>
                <a:ea typeface="Times"/>
                <a:cs typeface="Times"/>
                <a:sym typeface="Times"/>
              </a:rPr>
              <a:t>The methodology entails selecting a study area, collecting EPA and population data, performing GIS analysis in ArcGIS Pro, assessing exposure levels, and interpreting the results. Utilizing spatial analysis techniques and interpolation methods, this study aims to provide a comprehensive assessment of air pollution exposure in the chosen US study area, integrating environmental and demographic data to identify areas of high exposure and vulnerable populations.</a:t>
            </a:r>
            <a:endParaRPr/>
          </a:p>
        </p:txBody>
      </p:sp>
      <p:sp>
        <p:nvSpPr>
          <p:cNvPr id="90" name="Google Shape;90;p1"/>
          <p:cNvSpPr/>
          <p:nvPr/>
        </p:nvSpPr>
        <p:spPr>
          <a:xfrm>
            <a:off x="1135750" y="17517850"/>
            <a:ext cx="7314000" cy="5347800"/>
          </a:xfrm>
          <a:prstGeom prst="rect">
            <a:avLst/>
          </a:prstGeom>
          <a:solidFill>
            <a:schemeClr val="dk2"/>
          </a:solidFill>
          <a:ln cap="flat" cmpd="sng" w="9525">
            <a:solidFill>
              <a:srgbClr val="0087EE"/>
            </a:solidFill>
            <a:prstDash val="solid"/>
            <a:round/>
            <a:headEnd len="sm" w="sm" type="none"/>
            <a:tailEnd len="sm" w="sm" type="none"/>
          </a:ln>
          <a:effectLst>
            <a:outerShdw blurRad="40000" rotWithShape="0" dir="5400000" dist="20000">
              <a:srgbClr val="000000">
                <a:alpha val="37647"/>
              </a:srgbClr>
            </a:outerShdw>
          </a:effectLst>
        </p:spPr>
        <p:txBody>
          <a:bodyPr anchorCtr="0" anchor="t" bIns="182700" lIns="182700" spcFirstLastPara="1" rIns="182700" wrap="square" tIns="182700">
            <a:noAutofit/>
          </a:bodyPr>
          <a:lstStyle/>
          <a:p>
            <a:pPr indent="0" lvl="0" marL="0" marR="0" rtl="0" algn="l">
              <a:spcBef>
                <a:spcPts val="0"/>
              </a:spcBef>
              <a:spcAft>
                <a:spcPts val="0"/>
              </a:spcAft>
              <a:buNone/>
            </a:pPr>
            <a:r>
              <a:t/>
            </a:r>
            <a:endParaRPr sz="2800">
              <a:solidFill>
                <a:schemeClr val="dk1"/>
              </a:solidFill>
              <a:latin typeface="Times"/>
              <a:ea typeface="Times"/>
              <a:cs typeface="Times"/>
              <a:sym typeface="Times"/>
            </a:endParaRPr>
          </a:p>
          <a:p>
            <a:pPr indent="0" lvl="0" marL="0" marR="0" rtl="0" algn="l">
              <a:spcBef>
                <a:spcPts val="0"/>
              </a:spcBef>
              <a:spcAft>
                <a:spcPts val="0"/>
              </a:spcAft>
              <a:buNone/>
            </a:pPr>
            <a:r>
              <a:rPr lang="en-US" sz="2800">
                <a:solidFill>
                  <a:schemeClr val="dk1"/>
                </a:solidFill>
                <a:latin typeface="Times"/>
                <a:ea typeface="Times"/>
                <a:cs typeface="Times"/>
                <a:sym typeface="Times"/>
              </a:rPr>
              <a:t>This project aims to assess air pollution exposure in selected southeastern Georgia counties. </a:t>
            </a:r>
            <a:r>
              <a:rPr lang="en-US" sz="2800">
                <a:solidFill>
                  <a:schemeClr val="dk1"/>
                </a:solidFill>
                <a:latin typeface="Times"/>
                <a:ea typeface="Times"/>
                <a:cs typeface="Times"/>
                <a:sym typeface="Times"/>
              </a:rPr>
              <a:t>Southeast Georgia is an eighteen-county region within the U.S. state of Georgia, bordering Florida.The region includes a portion of Georgia's Lower Coastal Plain</a:t>
            </a:r>
            <a:endParaRPr sz="2800">
              <a:solidFill>
                <a:schemeClr val="dk1"/>
              </a:solidFill>
              <a:latin typeface="Times"/>
              <a:ea typeface="Times"/>
              <a:cs typeface="Times"/>
              <a:sym typeface="Times"/>
            </a:endParaRPr>
          </a:p>
          <a:p>
            <a:pPr indent="0" lvl="0" marL="0" marR="0" rtl="0" algn="l">
              <a:spcBef>
                <a:spcPts val="0"/>
              </a:spcBef>
              <a:spcAft>
                <a:spcPts val="0"/>
              </a:spcAft>
              <a:buNone/>
            </a:pPr>
            <a:r>
              <a:rPr lang="en-US" sz="2800">
                <a:solidFill>
                  <a:schemeClr val="dk1"/>
                </a:solidFill>
                <a:latin typeface="Times"/>
                <a:ea typeface="Times"/>
                <a:cs typeface="Times"/>
                <a:sym typeface="Times"/>
              </a:rPr>
              <a:t>The region had a total resident population of 416,498 in 2020. It is home to North America's largest “black water” swamp, the Okefenokee. Bulloch, Bryan, Chatham and Effingham counties are the study area.</a:t>
            </a:r>
            <a:endParaRPr sz="2800">
              <a:solidFill>
                <a:schemeClr val="dk1"/>
              </a:solidFill>
              <a:latin typeface="Times"/>
              <a:ea typeface="Times"/>
              <a:cs typeface="Times"/>
              <a:sym typeface="Times"/>
            </a:endParaRPr>
          </a:p>
          <a:p>
            <a:pPr indent="0" lvl="0" marL="0" marR="0" rtl="0" algn="l">
              <a:spcBef>
                <a:spcPts val="0"/>
              </a:spcBef>
              <a:spcAft>
                <a:spcPts val="0"/>
              </a:spcAft>
              <a:buNone/>
            </a:pPr>
            <a:r>
              <a:t/>
            </a:r>
            <a:endParaRPr sz="2800">
              <a:solidFill>
                <a:schemeClr val="dk1"/>
              </a:solidFill>
              <a:latin typeface="Times"/>
              <a:ea typeface="Times"/>
              <a:cs typeface="Times"/>
              <a:sym typeface="Times"/>
            </a:endParaRPr>
          </a:p>
        </p:txBody>
      </p:sp>
      <p:sp>
        <p:nvSpPr>
          <p:cNvPr id="91" name="Google Shape;91;p1"/>
          <p:cNvSpPr txBox="1"/>
          <p:nvPr>
            <p:ph type="title"/>
          </p:nvPr>
        </p:nvSpPr>
        <p:spPr>
          <a:xfrm>
            <a:off x="7049729" y="1193800"/>
            <a:ext cx="35403209" cy="4723880"/>
          </a:xfrm>
          <a:prstGeom prst="rect">
            <a:avLst/>
          </a:prstGeom>
          <a:solidFill>
            <a:schemeClr val="dk2"/>
          </a:solidFill>
          <a:ln cap="flat" cmpd="sng" w="9525">
            <a:solidFill>
              <a:srgbClr val="0087EE"/>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217925" lIns="435650" spcFirstLastPara="1" rIns="435650" wrap="square" tIns="217925">
            <a:normAutofit fontScale="90000"/>
          </a:bodyPr>
          <a:lstStyle/>
          <a:p>
            <a:pPr indent="0" lvl="0" marL="0" rtl="0" algn="ctr">
              <a:spcBef>
                <a:spcPts val="0"/>
              </a:spcBef>
              <a:spcAft>
                <a:spcPts val="0"/>
              </a:spcAft>
              <a:buClr>
                <a:schemeClr val="lt1"/>
              </a:buClr>
              <a:buSzPct val="100000"/>
              <a:buFont typeface="Arial"/>
              <a:buNone/>
            </a:pPr>
            <a:r>
              <a:rPr b="1" lang="en-US" sz="13000">
                <a:solidFill>
                  <a:schemeClr val="lt1"/>
                </a:solidFill>
                <a:latin typeface="Arial"/>
                <a:ea typeface="Arial"/>
                <a:cs typeface="Arial"/>
                <a:sym typeface="Arial"/>
              </a:rPr>
              <a:t>Air Pollution Risk Assessment: A case study of Southeast Georgia, US</a:t>
            </a:r>
            <a:br>
              <a:rPr b="1" lang="en-US" sz="13000">
                <a:solidFill>
                  <a:schemeClr val="lt1"/>
                </a:solidFill>
                <a:latin typeface="Arial"/>
                <a:ea typeface="Arial"/>
                <a:cs typeface="Arial"/>
                <a:sym typeface="Arial"/>
              </a:rPr>
            </a:br>
            <a:r>
              <a:rPr lang="en-US" sz="4800">
                <a:solidFill>
                  <a:schemeClr val="lt1"/>
                </a:solidFill>
                <a:latin typeface="Times New Roman"/>
                <a:ea typeface="Times New Roman"/>
                <a:cs typeface="Times New Roman"/>
                <a:sym typeface="Times New Roman"/>
              </a:rPr>
              <a:t>Oluwaseun Ipede, Dr Munshi Rahman</a:t>
            </a:r>
            <a:br>
              <a:rPr lang="en-US" sz="4800">
                <a:solidFill>
                  <a:schemeClr val="lt1"/>
                </a:solidFill>
                <a:latin typeface="Times New Roman"/>
                <a:ea typeface="Times New Roman"/>
                <a:cs typeface="Times New Roman"/>
                <a:sym typeface="Times New Roman"/>
              </a:rPr>
            </a:br>
            <a:r>
              <a:rPr i="1" lang="en-US" sz="4800">
                <a:solidFill>
                  <a:schemeClr val="lt1"/>
                </a:solidFill>
                <a:latin typeface="Times New Roman"/>
                <a:ea typeface="Times New Roman"/>
                <a:cs typeface="Times New Roman"/>
                <a:sym typeface="Times New Roman"/>
              </a:rPr>
              <a:t>School of Earth, Environment, and Sustainability, Georgia Southern University</a:t>
            </a:r>
            <a:endParaRPr i="1" sz="7200">
              <a:solidFill>
                <a:schemeClr val="lt1"/>
              </a:solidFill>
              <a:latin typeface="Times New Roman"/>
              <a:ea typeface="Times New Roman"/>
              <a:cs typeface="Times New Roman"/>
              <a:sym typeface="Times New Roman"/>
            </a:endParaRPr>
          </a:p>
        </p:txBody>
      </p:sp>
      <p:sp>
        <p:nvSpPr>
          <p:cNvPr id="92" name="Google Shape;92;p1"/>
          <p:cNvSpPr txBox="1"/>
          <p:nvPr/>
        </p:nvSpPr>
        <p:spPr>
          <a:xfrm>
            <a:off x="18416019" y="14917048"/>
            <a:ext cx="9497700" cy="831000"/>
          </a:xfrm>
          <a:prstGeom prst="rect">
            <a:avLst/>
          </a:prstGeom>
          <a:noFill/>
          <a:ln>
            <a:noFill/>
          </a:ln>
        </p:spPr>
        <p:txBody>
          <a:bodyPr anchorCtr="0" anchor="t" bIns="45600" lIns="91200" spcFirstLastPara="1" rIns="91200" wrap="square" tIns="45600">
            <a:spAutoFit/>
          </a:bodyPr>
          <a:lstStyle/>
          <a:p>
            <a:pPr indent="0" lvl="0" marL="0" marR="0" rtl="0" algn="ctr">
              <a:spcBef>
                <a:spcPts val="0"/>
              </a:spcBef>
              <a:spcAft>
                <a:spcPts val="0"/>
              </a:spcAft>
              <a:buNone/>
            </a:pPr>
            <a:r>
              <a:rPr b="1" i="0" lang="en-US" sz="4800" u="none">
                <a:solidFill>
                  <a:srgbClr val="FFFFFF"/>
                </a:solidFill>
                <a:latin typeface="Arial"/>
                <a:ea typeface="Arial"/>
                <a:cs typeface="Arial"/>
                <a:sym typeface="Arial"/>
              </a:rPr>
              <a:t>RESULTS</a:t>
            </a:r>
            <a:endParaRPr/>
          </a:p>
        </p:txBody>
      </p:sp>
      <p:sp>
        <p:nvSpPr>
          <p:cNvPr id="93" name="Google Shape;93;p1"/>
          <p:cNvSpPr txBox="1"/>
          <p:nvPr/>
        </p:nvSpPr>
        <p:spPr>
          <a:xfrm>
            <a:off x="3558376" y="16402350"/>
            <a:ext cx="8001000" cy="831000"/>
          </a:xfrm>
          <a:prstGeom prst="rect">
            <a:avLst/>
          </a:prstGeom>
          <a:noFill/>
          <a:ln>
            <a:noFill/>
          </a:ln>
        </p:spPr>
        <p:txBody>
          <a:bodyPr anchorCtr="0" anchor="t" bIns="45600" lIns="91200" spcFirstLastPara="1" rIns="91200" wrap="square" tIns="45600">
            <a:spAutoFit/>
          </a:bodyPr>
          <a:lstStyle/>
          <a:p>
            <a:pPr indent="0" lvl="0" marL="0" marR="0" rtl="0" algn="ctr">
              <a:spcBef>
                <a:spcPts val="0"/>
              </a:spcBef>
              <a:spcAft>
                <a:spcPts val="0"/>
              </a:spcAft>
              <a:buNone/>
            </a:pPr>
            <a:r>
              <a:rPr b="1" lang="en-US" sz="4800">
                <a:solidFill>
                  <a:srgbClr val="FFFFFF"/>
                </a:solidFill>
              </a:rPr>
              <a:t>MATERIALS</a:t>
            </a:r>
            <a:r>
              <a:rPr b="1" lang="en-US" sz="4800">
                <a:solidFill>
                  <a:srgbClr val="FFFFFF"/>
                </a:solidFill>
              </a:rPr>
              <a:t> &amp; </a:t>
            </a:r>
            <a:r>
              <a:rPr b="1" i="0" lang="en-US" sz="4800" u="none">
                <a:solidFill>
                  <a:srgbClr val="FFFFFF"/>
                </a:solidFill>
                <a:latin typeface="Arial"/>
                <a:ea typeface="Arial"/>
                <a:cs typeface="Arial"/>
                <a:sym typeface="Arial"/>
              </a:rPr>
              <a:t>METHODS</a:t>
            </a:r>
            <a:endParaRPr/>
          </a:p>
        </p:txBody>
      </p:sp>
      <p:sp>
        <p:nvSpPr>
          <p:cNvPr id="94" name="Google Shape;94;p1"/>
          <p:cNvSpPr txBox="1"/>
          <p:nvPr/>
        </p:nvSpPr>
        <p:spPr>
          <a:xfrm>
            <a:off x="1320801" y="6818341"/>
            <a:ext cx="12395200" cy="830754"/>
          </a:xfrm>
          <a:prstGeom prst="rect">
            <a:avLst/>
          </a:prstGeom>
          <a:noFill/>
          <a:ln>
            <a:noFill/>
          </a:ln>
        </p:spPr>
        <p:txBody>
          <a:bodyPr anchorCtr="0" anchor="t" bIns="45600" lIns="91200" spcFirstLastPara="1" rIns="91200" wrap="square" tIns="45600">
            <a:spAutoFit/>
          </a:bodyPr>
          <a:lstStyle/>
          <a:p>
            <a:pPr indent="0" lvl="0" marL="0" marR="0" rtl="0" algn="ctr">
              <a:spcBef>
                <a:spcPts val="0"/>
              </a:spcBef>
              <a:spcAft>
                <a:spcPts val="0"/>
              </a:spcAft>
              <a:buNone/>
            </a:pPr>
            <a:r>
              <a:rPr b="1" i="0" lang="en-US" sz="4800" u="none">
                <a:solidFill>
                  <a:schemeClr val="dk2"/>
                </a:solidFill>
                <a:latin typeface="Arial"/>
                <a:ea typeface="Arial"/>
                <a:cs typeface="Arial"/>
                <a:sym typeface="Arial"/>
              </a:rPr>
              <a:t>INTRODUCTION</a:t>
            </a:r>
            <a:endParaRPr/>
          </a:p>
        </p:txBody>
      </p:sp>
      <p:sp>
        <p:nvSpPr>
          <p:cNvPr id="95" name="Google Shape;95;p1"/>
          <p:cNvSpPr txBox="1"/>
          <p:nvPr/>
        </p:nvSpPr>
        <p:spPr>
          <a:xfrm>
            <a:off x="20226115" y="6810250"/>
            <a:ext cx="6603300" cy="831000"/>
          </a:xfrm>
          <a:prstGeom prst="rect">
            <a:avLst/>
          </a:prstGeom>
          <a:noFill/>
          <a:ln>
            <a:noFill/>
          </a:ln>
        </p:spPr>
        <p:txBody>
          <a:bodyPr anchorCtr="0" anchor="t" bIns="45600" lIns="91200" spcFirstLastPara="1" rIns="91200" wrap="square" tIns="45600">
            <a:spAutoFit/>
          </a:bodyPr>
          <a:lstStyle/>
          <a:p>
            <a:pPr indent="0" lvl="0" marL="0" marR="0" rtl="0" algn="ctr">
              <a:spcBef>
                <a:spcPts val="0"/>
              </a:spcBef>
              <a:spcAft>
                <a:spcPts val="0"/>
              </a:spcAft>
              <a:buNone/>
            </a:pPr>
            <a:r>
              <a:rPr b="1" i="0" lang="en-US" sz="4800" u="none">
                <a:solidFill>
                  <a:srgbClr val="FFFFFF"/>
                </a:solidFill>
                <a:latin typeface="Arial"/>
                <a:ea typeface="Arial"/>
                <a:cs typeface="Arial"/>
                <a:sym typeface="Arial"/>
              </a:rPr>
              <a:t>FIGURES OR TABLES</a:t>
            </a:r>
            <a:endParaRPr/>
          </a:p>
        </p:txBody>
      </p:sp>
      <p:sp>
        <p:nvSpPr>
          <p:cNvPr id="96" name="Google Shape;96;p1"/>
          <p:cNvSpPr txBox="1"/>
          <p:nvPr/>
        </p:nvSpPr>
        <p:spPr>
          <a:xfrm>
            <a:off x="34530505" y="6818341"/>
            <a:ext cx="4014906" cy="830754"/>
          </a:xfrm>
          <a:prstGeom prst="rect">
            <a:avLst/>
          </a:prstGeom>
          <a:noFill/>
          <a:ln>
            <a:noFill/>
          </a:ln>
        </p:spPr>
        <p:txBody>
          <a:bodyPr anchorCtr="0" anchor="t" bIns="45600" lIns="91200" spcFirstLastPara="1" rIns="91200" wrap="square" tIns="45600">
            <a:spAutoFit/>
          </a:bodyPr>
          <a:lstStyle/>
          <a:p>
            <a:pPr indent="0" lvl="0" marL="0" marR="0" rtl="0" algn="ctr">
              <a:spcBef>
                <a:spcPts val="0"/>
              </a:spcBef>
              <a:spcAft>
                <a:spcPts val="0"/>
              </a:spcAft>
              <a:buNone/>
            </a:pPr>
            <a:r>
              <a:rPr b="1" i="0" lang="en-US" sz="4800" u="none">
                <a:solidFill>
                  <a:srgbClr val="FFFFFF"/>
                </a:solidFill>
                <a:latin typeface="Arial"/>
                <a:ea typeface="Arial"/>
                <a:cs typeface="Arial"/>
                <a:sym typeface="Arial"/>
              </a:rPr>
              <a:t>DISCUSSION</a:t>
            </a:r>
            <a:endParaRPr/>
          </a:p>
        </p:txBody>
      </p:sp>
      <p:sp>
        <p:nvSpPr>
          <p:cNvPr id="97" name="Google Shape;97;p1"/>
          <p:cNvSpPr txBox="1"/>
          <p:nvPr/>
        </p:nvSpPr>
        <p:spPr>
          <a:xfrm>
            <a:off x="34171602" y="17635575"/>
            <a:ext cx="7860900" cy="831000"/>
          </a:xfrm>
          <a:prstGeom prst="rect">
            <a:avLst/>
          </a:prstGeom>
          <a:noFill/>
          <a:ln>
            <a:noFill/>
          </a:ln>
        </p:spPr>
        <p:txBody>
          <a:bodyPr anchorCtr="0" anchor="t" bIns="45600" lIns="91200" spcFirstLastPara="1" rIns="91200" wrap="square" tIns="45600">
            <a:spAutoFit/>
          </a:bodyPr>
          <a:lstStyle/>
          <a:p>
            <a:pPr indent="0" lvl="0" marL="0" marR="0" rtl="0" algn="ctr">
              <a:spcBef>
                <a:spcPts val="0"/>
              </a:spcBef>
              <a:spcAft>
                <a:spcPts val="0"/>
              </a:spcAft>
              <a:buNone/>
            </a:pPr>
            <a:r>
              <a:rPr b="1" lang="en-US" sz="4800">
                <a:solidFill>
                  <a:srgbClr val="FFFFFF"/>
                </a:solidFill>
              </a:rPr>
              <a:t>RECOMMENDATION</a:t>
            </a:r>
            <a:endParaRPr/>
          </a:p>
        </p:txBody>
      </p:sp>
      <p:sp>
        <p:nvSpPr>
          <p:cNvPr id="98" name="Google Shape;98;p1"/>
          <p:cNvSpPr txBox="1"/>
          <p:nvPr/>
        </p:nvSpPr>
        <p:spPr>
          <a:xfrm>
            <a:off x="35476795" y="23560489"/>
            <a:ext cx="4391100" cy="831000"/>
          </a:xfrm>
          <a:prstGeom prst="rect">
            <a:avLst/>
          </a:prstGeom>
          <a:noFill/>
          <a:ln>
            <a:noFill/>
          </a:ln>
        </p:spPr>
        <p:txBody>
          <a:bodyPr anchorCtr="0" anchor="t" bIns="45600" lIns="91200" spcFirstLastPara="1" rIns="91200" wrap="square" tIns="45600">
            <a:spAutoFit/>
          </a:bodyPr>
          <a:lstStyle/>
          <a:p>
            <a:pPr indent="0" lvl="0" marL="0" marR="0" rtl="0" algn="ctr">
              <a:spcBef>
                <a:spcPts val="0"/>
              </a:spcBef>
              <a:spcAft>
                <a:spcPts val="0"/>
              </a:spcAft>
              <a:buNone/>
            </a:pPr>
            <a:r>
              <a:rPr b="1" i="0" lang="en-US" sz="4800" u="none">
                <a:solidFill>
                  <a:srgbClr val="FFFFFF"/>
                </a:solidFill>
                <a:latin typeface="Arial"/>
                <a:ea typeface="Arial"/>
                <a:cs typeface="Arial"/>
                <a:sym typeface="Arial"/>
              </a:rPr>
              <a:t>REFERENCES</a:t>
            </a:r>
            <a:endParaRPr/>
          </a:p>
        </p:txBody>
      </p:sp>
      <p:pic>
        <p:nvPicPr>
          <p:cNvPr descr="GSU.2D_Poster.eps" id="99" name="Google Shape;99;p1"/>
          <p:cNvPicPr preferRelativeResize="0"/>
          <p:nvPr/>
        </p:nvPicPr>
        <p:blipFill rotWithShape="1">
          <a:blip r:embed="rId3">
            <a:alphaModFix/>
          </a:blip>
          <a:srcRect b="0" l="0" r="0" t="0"/>
          <a:stretch/>
        </p:blipFill>
        <p:spPr>
          <a:xfrm>
            <a:off x="2184401" y="1193800"/>
            <a:ext cx="3787890" cy="4457700"/>
          </a:xfrm>
          <a:prstGeom prst="rect">
            <a:avLst/>
          </a:prstGeom>
          <a:noFill/>
          <a:ln>
            <a:noFill/>
          </a:ln>
        </p:spPr>
      </p:pic>
      <p:pic>
        <p:nvPicPr>
          <p:cNvPr id="100" name="Google Shape;100;p1"/>
          <p:cNvPicPr preferRelativeResize="0"/>
          <p:nvPr/>
        </p:nvPicPr>
        <p:blipFill rotWithShape="1">
          <a:blip r:embed="rId4">
            <a:alphaModFix/>
          </a:blip>
          <a:srcRect b="0" l="0" r="0" t="0"/>
          <a:stretch/>
        </p:blipFill>
        <p:spPr>
          <a:xfrm>
            <a:off x="7686102" y="23224050"/>
            <a:ext cx="6701447" cy="8544000"/>
          </a:xfrm>
          <a:prstGeom prst="rect">
            <a:avLst/>
          </a:prstGeom>
          <a:noFill/>
          <a:ln>
            <a:noFill/>
          </a:ln>
        </p:spPr>
      </p:pic>
      <p:pic>
        <p:nvPicPr>
          <p:cNvPr id="101" name="Google Shape;101;p1"/>
          <p:cNvPicPr preferRelativeResize="0"/>
          <p:nvPr/>
        </p:nvPicPr>
        <p:blipFill>
          <a:blip r:embed="rId5">
            <a:alphaModFix/>
          </a:blip>
          <a:stretch>
            <a:fillRect/>
          </a:stretch>
        </p:blipFill>
        <p:spPr>
          <a:xfrm>
            <a:off x="17018125" y="7991950"/>
            <a:ext cx="6818900" cy="3612840"/>
          </a:xfrm>
          <a:prstGeom prst="rect">
            <a:avLst/>
          </a:prstGeom>
          <a:noFill/>
          <a:ln>
            <a:noFill/>
          </a:ln>
        </p:spPr>
      </p:pic>
      <p:pic>
        <p:nvPicPr>
          <p:cNvPr id="102" name="Google Shape;102;p1"/>
          <p:cNvPicPr preferRelativeResize="0"/>
          <p:nvPr/>
        </p:nvPicPr>
        <p:blipFill>
          <a:blip r:embed="rId6">
            <a:alphaModFix/>
          </a:blip>
          <a:stretch>
            <a:fillRect/>
          </a:stretch>
        </p:blipFill>
        <p:spPr>
          <a:xfrm>
            <a:off x="24034400" y="7991950"/>
            <a:ext cx="6818900" cy="3612840"/>
          </a:xfrm>
          <a:prstGeom prst="rect">
            <a:avLst/>
          </a:prstGeom>
          <a:noFill/>
          <a:ln>
            <a:noFill/>
          </a:ln>
        </p:spPr>
      </p:pic>
      <p:pic>
        <p:nvPicPr>
          <p:cNvPr id="103" name="Google Shape;103;p1"/>
          <p:cNvPicPr preferRelativeResize="0"/>
          <p:nvPr/>
        </p:nvPicPr>
        <p:blipFill>
          <a:blip r:embed="rId7">
            <a:alphaModFix/>
          </a:blip>
          <a:stretch>
            <a:fillRect/>
          </a:stretch>
        </p:blipFill>
        <p:spPr>
          <a:xfrm>
            <a:off x="20037225" y="11775300"/>
            <a:ext cx="7314001" cy="2528750"/>
          </a:xfrm>
          <a:prstGeom prst="rect">
            <a:avLst/>
          </a:prstGeom>
          <a:solidFill>
            <a:schemeClr val="dk2"/>
          </a:solidFill>
          <a:ln>
            <a:noFill/>
          </a:ln>
        </p:spPr>
      </p:pic>
      <p:graphicFrame>
        <p:nvGraphicFramePr>
          <p:cNvPr id="104" name="Google Shape;104;p1"/>
          <p:cNvGraphicFramePr/>
          <p:nvPr/>
        </p:nvGraphicFramePr>
        <p:xfrm>
          <a:off x="1674338" y="28843450"/>
          <a:ext cx="3000000" cy="3000000"/>
        </p:xfrm>
        <a:graphic>
          <a:graphicData uri="http://schemas.openxmlformats.org/drawingml/2006/table">
            <a:tbl>
              <a:tblPr>
                <a:noFill/>
                <a:tableStyleId>{EC6CFDC6-DBAF-4F77-8EE5-EC35BF072225}</a:tableStyleId>
              </a:tblPr>
              <a:tblGrid>
                <a:gridCol w="652450"/>
                <a:gridCol w="2612350"/>
                <a:gridCol w="1543225"/>
              </a:tblGrid>
              <a:tr h="476950">
                <a:tc>
                  <a:txBody>
                    <a:bodyPr/>
                    <a:lstStyle/>
                    <a:p>
                      <a:pPr indent="0" lvl="0" marL="0" rtl="0" algn="ctr">
                        <a:spcBef>
                          <a:spcPts val="0"/>
                        </a:spcBef>
                        <a:spcAft>
                          <a:spcPts val="0"/>
                        </a:spcAft>
                        <a:buNone/>
                      </a:pPr>
                      <a:r>
                        <a:rPr b="1" lang="en-US" sz="1800"/>
                        <a:t>SN</a:t>
                      </a:r>
                      <a:endParaRPr b="1" sz="1800"/>
                    </a:p>
                  </a:txBody>
                  <a:tcPr marT="88900" marB="88900" marR="88900" marL="88900"/>
                </a:tc>
                <a:tc>
                  <a:txBody>
                    <a:bodyPr/>
                    <a:lstStyle/>
                    <a:p>
                      <a:pPr indent="0" lvl="0" marL="0" rtl="0" algn="ctr">
                        <a:spcBef>
                          <a:spcPts val="0"/>
                        </a:spcBef>
                        <a:spcAft>
                          <a:spcPts val="0"/>
                        </a:spcAft>
                        <a:buNone/>
                      </a:pPr>
                      <a:r>
                        <a:rPr b="1" lang="en-US" sz="1800"/>
                        <a:t>Data</a:t>
                      </a:r>
                      <a:endParaRPr b="1" sz="1800"/>
                    </a:p>
                  </a:txBody>
                  <a:tcPr marT="88900" marB="88900" marR="88900" marL="88900"/>
                </a:tc>
                <a:tc>
                  <a:txBody>
                    <a:bodyPr/>
                    <a:lstStyle/>
                    <a:p>
                      <a:pPr indent="0" lvl="0" marL="0" rtl="0" algn="ctr">
                        <a:spcBef>
                          <a:spcPts val="0"/>
                        </a:spcBef>
                        <a:spcAft>
                          <a:spcPts val="0"/>
                        </a:spcAft>
                        <a:buNone/>
                      </a:pPr>
                      <a:r>
                        <a:rPr b="1" lang="en-US" sz="1800"/>
                        <a:t>Source</a:t>
                      </a:r>
                      <a:endParaRPr b="1" sz="1800"/>
                    </a:p>
                  </a:txBody>
                  <a:tcPr marT="88900" marB="88900" marR="88900" marL="88900"/>
                </a:tc>
              </a:tr>
              <a:tr h="1041425">
                <a:tc>
                  <a:txBody>
                    <a:bodyPr/>
                    <a:lstStyle/>
                    <a:p>
                      <a:pPr indent="0" lvl="0" marL="0" rtl="0" algn="l">
                        <a:spcBef>
                          <a:spcPts val="0"/>
                        </a:spcBef>
                        <a:spcAft>
                          <a:spcPts val="0"/>
                        </a:spcAft>
                        <a:buNone/>
                      </a:pPr>
                      <a:r>
                        <a:rPr lang="en-US" sz="1700"/>
                        <a:t>1</a:t>
                      </a:r>
                      <a:endParaRPr sz="1700"/>
                    </a:p>
                  </a:txBody>
                  <a:tcPr marT="88900" marB="88900" marR="88900" marL="88900"/>
                </a:tc>
                <a:tc>
                  <a:txBody>
                    <a:bodyPr/>
                    <a:lstStyle/>
                    <a:p>
                      <a:pPr indent="0" lvl="0" marL="0" rtl="0" algn="l">
                        <a:spcBef>
                          <a:spcPts val="0"/>
                        </a:spcBef>
                        <a:spcAft>
                          <a:spcPts val="0"/>
                        </a:spcAft>
                        <a:buNone/>
                      </a:pPr>
                      <a:r>
                        <a:rPr lang="en-US" sz="1700"/>
                        <a:t>Air Quality Data (Toxic Release Inventory for 2010 &amp; 2020)</a:t>
                      </a:r>
                      <a:endParaRPr sz="1700"/>
                    </a:p>
                  </a:txBody>
                  <a:tcPr marT="88900" marB="88900" marR="88900" marL="88900"/>
                </a:tc>
                <a:tc>
                  <a:txBody>
                    <a:bodyPr/>
                    <a:lstStyle/>
                    <a:p>
                      <a:pPr indent="0" lvl="0" marL="0" rtl="0" algn="l">
                        <a:spcBef>
                          <a:spcPts val="0"/>
                        </a:spcBef>
                        <a:spcAft>
                          <a:spcPts val="0"/>
                        </a:spcAft>
                        <a:buNone/>
                      </a:pPr>
                      <a:r>
                        <a:rPr lang="en-US" sz="1700"/>
                        <a:t>EPA</a:t>
                      </a:r>
                      <a:endParaRPr sz="1700"/>
                    </a:p>
                  </a:txBody>
                  <a:tcPr marT="88900" marB="88900" marR="88900" marL="88900"/>
                </a:tc>
              </a:tr>
              <a:tr h="685275">
                <a:tc>
                  <a:txBody>
                    <a:bodyPr/>
                    <a:lstStyle/>
                    <a:p>
                      <a:pPr indent="0" lvl="0" marL="0" rtl="0" algn="l">
                        <a:spcBef>
                          <a:spcPts val="0"/>
                        </a:spcBef>
                        <a:spcAft>
                          <a:spcPts val="0"/>
                        </a:spcAft>
                        <a:buNone/>
                      </a:pPr>
                      <a:r>
                        <a:rPr lang="en-US" sz="1700"/>
                        <a:t>2</a:t>
                      </a:r>
                      <a:endParaRPr sz="1700"/>
                    </a:p>
                  </a:txBody>
                  <a:tcPr marT="88900" marB="88900" marR="88900" marL="88900"/>
                </a:tc>
                <a:tc>
                  <a:txBody>
                    <a:bodyPr/>
                    <a:lstStyle/>
                    <a:p>
                      <a:pPr indent="0" lvl="0" marL="0" rtl="0" algn="l">
                        <a:spcBef>
                          <a:spcPts val="0"/>
                        </a:spcBef>
                        <a:spcAft>
                          <a:spcPts val="0"/>
                        </a:spcAft>
                        <a:buNone/>
                      </a:pPr>
                      <a:r>
                        <a:rPr lang="en-US" sz="1700"/>
                        <a:t>Population Data (2010 &amp; 2022)</a:t>
                      </a:r>
                      <a:endParaRPr sz="1700"/>
                    </a:p>
                  </a:txBody>
                  <a:tcPr marT="88900" marB="88900" marR="88900" marL="88900"/>
                </a:tc>
                <a:tc>
                  <a:txBody>
                    <a:bodyPr/>
                    <a:lstStyle/>
                    <a:p>
                      <a:pPr indent="0" lvl="0" marL="0" rtl="0" algn="l">
                        <a:spcBef>
                          <a:spcPts val="0"/>
                        </a:spcBef>
                        <a:spcAft>
                          <a:spcPts val="0"/>
                        </a:spcAft>
                        <a:buNone/>
                      </a:pPr>
                      <a:r>
                        <a:rPr lang="en-US" sz="1700"/>
                        <a:t>Census</a:t>
                      </a:r>
                      <a:endParaRPr sz="1700"/>
                    </a:p>
                  </a:txBody>
                  <a:tcPr marT="88900" marB="88900" marR="88900" marL="88900"/>
                </a:tc>
              </a:tr>
              <a:tr h="713925">
                <a:tc>
                  <a:txBody>
                    <a:bodyPr/>
                    <a:lstStyle/>
                    <a:p>
                      <a:pPr indent="0" lvl="0" marL="0" rtl="0" algn="l">
                        <a:spcBef>
                          <a:spcPts val="0"/>
                        </a:spcBef>
                        <a:spcAft>
                          <a:spcPts val="0"/>
                        </a:spcAft>
                        <a:buNone/>
                      </a:pPr>
                      <a:r>
                        <a:rPr lang="en-US" sz="1700"/>
                        <a:t>3</a:t>
                      </a:r>
                      <a:endParaRPr sz="1700"/>
                    </a:p>
                  </a:txBody>
                  <a:tcPr marT="88900" marB="88900" marR="88900" marL="88900"/>
                </a:tc>
                <a:tc>
                  <a:txBody>
                    <a:bodyPr/>
                    <a:lstStyle/>
                    <a:p>
                      <a:pPr indent="0" lvl="0" marL="0" rtl="0" algn="l">
                        <a:spcBef>
                          <a:spcPts val="0"/>
                        </a:spcBef>
                        <a:spcAft>
                          <a:spcPts val="0"/>
                        </a:spcAft>
                        <a:buNone/>
                      </a:pPr>
                      <a:r>
                        <a:rPr lang="en-US" sz="1700"/>
                        <a:t>Administrative boundary (county level)</a:t>
                      </a:r>
                      <a:endParaRPr sz="1700"/>
                    </a:p>
                  </a:txBody>
                  <a:tcPr marT="88900" marB="88900" marR="88900" marL="88900"/>
                </a:tc>
                <a:tc>
                  <a:txBody>
                    <a:bodyPr/>
                    <a:lstStyle/>
                    <a:p>
                      <a:pPr indent="0" lvl="0" marL="0" rtl="0" algn="l">
                        <a:spcBef>
                          <a:spcPts val="0"/>
                        </a:spcBef>
                        <a:spcAft>
                          <a:spcPts val="0"/>
                        </a:spcAft>
                        <a:buNone/>
                      </a:pPr>
                      <a:r>
                        <a:rPr lang="en-US" sz="1700"/>
                        <a:t>TIGER (Census)</a:t>
                      </a:r>
                      <a:endParaRPr sz="1700"/>
                    </a:p>
                  </a:txBody>
                  <a:tcPr marT="88900" marB="88900" marR="88900" marL="88900"/>
                </a:tc>
              </a:tr>
            </a:tbl>
          </a:graphicData>
        </a:graphic>
      </p:graphicFrame>
      <p:sp>
        <p:nvSpPr>
          <p:cNvPr id="105" name="Google Shape;105;p1"/>
          <p:cNvSpPr/>
          <p:nvPr/>
        </p:nvSpPr>
        <p:spPr>
          <a:xfrm>
            <a:off x="1135750" y="8067675"/>
            <a:ext cx="12732600" cy="6702900"/>
          </a:xfrm>
          <a:prstGeom prst="rect">
            <a:avLst/>
          </a:prstGeom>
          <a:solidFill>
            <a:schemeClr val="dk2"/>
          </a:solidFill>
          <a:ln cap="flat" cmpd="sng" w="9525">
            <a:solidFill>
              <a:srgbClr val="0087EE"/>
            </a:solidFill>
            <a:prstDash val="solid"/>
            <a:round/>
            <a:headEnd len="sm" w="sm" type="none"/>
            <a:tailEnd len="sm" w="sm" type="none"/>
          </a:ln>
          <a:effectLst>
            <a:outerShdw blurRad="40000" rotWithShape="0" dir="5400000" dist="20000">
              <a:srgbClr val="000000">
                <a:alpha val="37650"/>
              </a:srgbClr>
            </a:outerShdw>
          </a:effectLst>
        </p:spPr>
        <p:txBody>
          <a:bodyPr anchorCtr="0" anchor="t" bIns="182700" lIns="182700" spcFirstLastPara="1" rIns="182700" wrap="square" tIns="182700">
            <a:noAutofit/>
          </a:bodyPr>
          <a:lstStyle/>
          <a:p>
            <a:pPr indent="0" lvl="0" marL="0" marR="0" rtl="0" algn="l">
              <a:spcBef>
                <a:spcPts val="0"/>
              </a:spcBef>
              <a:spcAft>
                <a:spcPts val="0"/>
              </a:spcAft>
              <a:buNone/>
            </a:pPr>
            <a:r>
              <a:rPr lang="en-US" sz="2800">
                <a:solidFill>
                  <a:schemeClr val="dk1"/>
                </a:solidFill>
                <a:latin typeface="Times"/>
                <a:ea typeface="Times"/>
                <a:cs typeface="Times"/>
                <a:sym typeface="Times"/>
              </a:rPr>
              <a:t>Air pollution poses significant risks to public health and the environment, making its assessment a crucial endeavor. In the United States, the Environmental Protection Agency (EPA) plays a central role in monitoring and regulating air quality standards to safeguard human health and well-being. Almost 9 out of 10 people who live in urban areas worldwide are affected by air pollution (NIEHS,24). Assessing air pollution exposure within specific study areas is essential for understanding its spatial distribution and potential impacts on local populations.</a:t>
            </a:r>
            <a:endParaRPr/>
          </a:p>
          <a:p>
            <a:pPr indent="0" lvl="0" marL="0" marR="0" rtl="0" algn="l">
              <a:spcBef>
                <a:spcPts val="0"/>
              </a:spcBef>
              <a:spcAft>
                <a:spcPts val="0"/>
              </a:spcAft>
              <a:buNone/>
            </a:pPr>
            <a:r>
              <a:t/>
            </a:r>
            <a:endParaRPr sz="2800">
              <a:solidFill>
                <a:schemeClr val="dk1"/>
              </a:solidFill>
              <a:latin typeface="Times"/>
              <a:ea typeface="Times"/>
              <a:cs typeface="Times"/>
              <a:sym typeface="Times"/>
            </a:endParaRPr>
          </a:p>
          <a:p>
            <a:pPr indent="0" lvl="0" marL="0" marR="0" rtl="0" algn="l">
              <a:spcBef>
                <a:spcPts val="0"/>
              </a:spcBef>
              <a:spcAft>
                <a:spcPts val="0"/>
              </a:spcAft>
              <a:buNone/>
            </a:pPr>
            <a:r>
              <a:rPr lang="en-US" sz="2800">
                <a:solidFill>
                  <a:schemeClr val="dk1"/>
                </a:solidFill>
                <a:latin typeface="Times"/>
                <a:ea typeface="Times"/>
                <a:cs typeface="Times"/>
                <a:sym typeface="Times"/>
              </a:rPr>
              <a:t>This project aims to assess air pollution exposure in selected southeastern Georgia counties. By leveraging GIS techniques, the study intends to map air pollutant concentrations, analyze spatial patterns, and evaluate implications for vulnerable populations. These assessments are critical for informing policymakers, urban planners, and public health officials to develop targeted interventions and policies aimed at mitigating air pollution and protecting public health</a:t>
            </a:r>
            <a:endParaRPr/>
          </a:p>
        </p:txBody>
      </p:sp>
      <p:pic>
        <p:nvPicPr>
          <p:cNvPr id="106" name="Google Shape;106;p1"/>
          <p:cNvPicPr preferRelativeResize="0"/>
          <p:nvPr/>
        </p:nvPicPr>
        <p:blipFill>
          <a:blip r:embed="rId8">
            <a:alphaModFix/>
          </a:blip>
          <a:stretch>
            <a:fillRect/>
          </a:stretch>
        </p:blipFill>
        <p:spPr>
          <a:xfrm>
            <a:off x="15056375" y="16606725"/>
            <a:ext cx="8477842" cy="6399651"/>
          </a:xfrm>
          <a:prstGeom prst="rect">
            <a:avLst/>
          </a:prstGeom>
          <a:noFill/>
          <a:ln cap="flat" cmpd="sng" w="9525">
            <a:solidFill>
              <a:srgbClr val="3A3A3A"/>
            </a:solidFill>
            <a:prstDash val="solid"/>
            <a:round/>
            <a:headEnd len="sm" w="sm" type="none"/>
            <a:tailEnd len="sm" w="sm" type="none"/>
          </a:ln>
        </p:spPr>
      </p:pic>
      <p:pic>
        <p:nvPicPr>
          <p:cNvPr id="107" name="Google Shape;107;p1"/>
          <p:cNvPicPr preferRelativeResize="0"/>
          <p:nvPr/>
        </p:nvPicPr>
        <p:blipFill>
          <a:blip r:embed="rId9">
            <a:alphaModFix/>
          </a:blip>
          <a:stretch>
            <a:fillRect/>
          </a:stretch>
        </p:blipFill>
        <p:spPr>
          <a:xfrm>
            <a:off x="24051175" y="16606725"/>
            <a:ext cx="8565175" cy="6399652"/>
          </a:xfrm>
          <a:prstGeom prst="rect">
            <a:avLst/>
          </a:prstGeom>
          <a:noFill/>
          <a:ln cap="flat" cmpd="sng" w="9525">
            <a:solidFill>
              <a:srgbClr val="3A3A3A"/>
            </a:solidFill>
            <a:prstDash val="solid"/>
            <a:round/>
            <a:headEnd len="sm" w="sm" type="none"/>
            <a:tailEnd len="sm" w="sm" type="none"/>
          </a:ln>
        </p:spPr>
      </p:pic>
      <p:pic>
        <p:nvPicPr>
          <p:cNvPr id="108" name="Google Shape;108;p1"/>
          <p:cNvPicPr preferRelativeResize="0"/>
          <p:nvPr/>
        </p:nvPicPr>
        <p:blipFill>
          <a:blip r:embed="rId10">
            <a:alphaModFix/>
          </a:blip>
          <a:stretch>
            <a:fillRect/>
          </a:stretch>
        </p:blipFill>
        <p:spPr>
          <a:xfrm>
            <a:off x="14948600" y="23664425"/>
            <a:ext cx="8573718" cy="6465575"/>
          </a:xfrm>
          <a:prstGeom prst="rect">
            <a:avLst/>
          </a:prstGeom>
          <a:noFill/>
          <a:ln cap="flat" cmpd="sng" w="9525">
            <a:solidFill>
              <a:srgbClr val="3A3A3A"/>
            </a:solidFill>
            <a:prstDash val="solid"/>
            <a:round/>
            <a:headEnd len="sm" w="sm" type="none"/>
            <a:tailEnd len="sm" w="sm" type="none"/>
          </a:ln>
        </p:spPr>
      </p:pic>
      <p:pic>
        <p:nvPicPr>
          <p:cNvPr id="109" name="Google Shape;109;p1"/>
          <p:cNvPicPr preferRelativeResize="0"/>
          <p:nvPr/>
        </p:nvPicPr>
        <p:blipFill>
          <a:blip r:embed="rId11">
            <a:alphaModFix/>
          </a:blip>
          <a:stretch>
            <a:fillRect/>
          </a:stretch>
        </p:blipFill>
        <p:spPr>
          <a:xfrm>
            <a:off x="24034400" y="23664425"/>
            <a:ext cx="8565176" cy="6434861"/>
          </a:xfrm>
          <a:prstGeom prst="rect">
            <a:avLst/>
          </a:prstGeom>
          <a:noFill/>
          <a:ln cap="flat" cmpd="sng" w="9525">
            <a:solidFill>
              <a:srgbClr val="3A3A3A"/>
            </a:solidFill>
            <a:prstDash val="solid"/>
            <a:round/>
            <a:headEnd len="sm" w="sm" type="none"/>
            <a:tailEnd len="sm" w="sm" type="none"/>
          </a:ln>
        </p:spPr>
      </p:pic>
      <p:pic>
        <p:nvPicPr>
          <p:cNvPr id="110" name="Google Shape;110;p1"/>
          <p:cNvPicPr preferRelativeResize="0"/>
          <p:nvPr/>
        </p:nvPicPr>
        <p:blipFill>
          <a:blip r:embed="rId12">
            <a:alphaModFix/>
          </a:blip>
          <a:stretch>
            <a:fillRect/>
          </a:stretch>
        </p:blipFill>
        <p:spPr>
          <a:xfrm>
            <a:off x="8312000" y="17997913"/>
            <a:ext cx="5940651" cy="4461575"/>
          </a:xfrm>
          <a:prstGeom prst="rect">
            <a:avLst/>
          </a:prstGeom>
          <a:noFill/>
          <a:ln cap="flat" cmpd="sng" w="9525">
            <a:solidFill>
              <a:srgbClr val="233A44"/>
            </a:solidFill>
            <a:prstDash val="solid"/>
            <a:round/>
            <a:headEnd len="sm" w="sm" type="none"/>
            <a:tailEnd len="sm" w="sm" type="none"/>
          </a:ln>
        </p:spPr>
      </p:pic>
      <p:pic>
        <p:nvPicPr>
          <p:cNvPr id="111" name="Google Shape;111;p1"/>
          <p:cNvPicPr preferRelativeResize="0"/>
          <p:nvPr/>
        </p:nvPicPr>
        <p:blipFill>
          <a:blip r:embed="rId13">
            <a:alphaModFix/>
          </a:blip>
          <a:stretch>
            <a:fillRect/>
          </a:stretch>
        </p:blipFill>
        <p:spPr>
          <a:xfrm>
            <a:off x="35118675" y="11595175"/>
            <a:ext cx="5940650" cy="3999213"/>
          </a:xfrm>
          <a:prstGeom prst="rect">
            <a:avLst/>
          </a:prstGeom>
          <a:noFill/>
          <a:ln>
            <a:noFill/>
          </a:ln>
        </p:spPr>
      </p:pic>
      <p:sp>
        <p:nvSpPr>
          <p:cNvPr id="112" name="Google Shape;112;p1"/>
          <p:cNvSpPr txBox="1"/>
          <p:nvPr/>
        </p:nvSpPr>
        <p:spPr>
          <a:xfrm>
            <a:off x="35929774" y="15698901"/>
            <a:ext cx="40926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500">
                <a:solidFill>
                  <a:srgbClr val="233A44"/>
                </a:solidFill>
                <a:latin typeface="Calibri"/>
                <a:ea typeface="Calibri"/>
                <a:cs typeface="Calibri"/>
                <a:sym typeface="Calibri"/>
              </a:rPr>
              <a:t>2010 (Yellow) and 2020(Red)</a:t>
            </a:r>
            <a:endParaRPr i="1" sz="1500">
              <a:solidFill>
                <a:srgbClr val="233A44"/>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
      <a:dk1>
        <a:srgbClr val="000000"/>
      </a:dk1>
      <a:lt1>
        <a:srgbClr val="000000"/>
      </a:lt1>
      <a:dk2>
        <a:srgbClr val="FFFFFF"/>
      </a:dk2>
      <a:lt2>
        <a:srgbClr val="1E8E8B"/>
      </a:lt2>
      <a:accent1>
        <a:srgbClr val="008BEF"/>
      </a:accent1>
      <a:accent2>
        <a:srgbClr val="00CC66"/>
      </a:accent2>
      <a:accent3>
        <a:srgbClr val="57DBD8"/>
      </a:accent3>
      <a:accent4>
        <a:srgbClr val="9966FF"/>
      </a:accent4>
      <a:accent5>
        <a:srgbClr val="40AFFF"/>
      </a:accent5>
      <a:accent6>
        <a:srgbClr val="595959"/>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2003-03-14T19:43:06Z</dcterms:created>
  <dc:creator>Oluwaseun</dc:creator>
</cp:coreProperties>
</file>